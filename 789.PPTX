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9" r:id="rId2"/>
    <p:sldMasterId id="2147483692" r:id="rId3"/>
    <p:sldMasterId id="2147483695" r:id="rId4"/>
    <p:sldMasterId id="2147483728" r:id="rId5"/>
  </p:sldMaster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4" Type="http://schemas.openxmlformats.org/officeDocument/2006/relationships/slideMaster" Target="slideMasters/slideMaster4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756800" y="1591500"/>
            <a:ext cx="8678400" cy="22992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666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3064200" y="4502364"/>
            <a:ext cx="6063600" cy="4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4" y="809085"/>
            <a:ext cx="1712580" cy="7824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886073" y="4078305"/>
            <a:ext cx="3063733" cy="4632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1065672" y="5518673"/>
            <a:ext cx="2430688" cy="262659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10703527" y="3305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2"/>
          <p:cNvSpPr/>
          <p:nvPr/>
        </p:nvSpPr>
        <p:spPr>
          <a:xfrm rot="10800000">
            <a:off x="11409615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2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5" name="Google Shape;75;p2"/>
          <p:cNvGrpSpPr/>
          <p:nvPr/>
        </p:nvGrpSpPr>
        <p:grpSpPr>
          <a:xfrm>
            <a:off x="10417076" y="1330617"/>
            <a:ext cx="2027976" cy="402753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11327985" y="2284705"/>
            <a:ext cx="1177683" cy="322788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11023189" y="4308089"/>
            <a:ext cx="1474635" cy="178625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11360346" y="5235565"/>
            <a:ext cx="402753" cy="2027976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2280476" y="-143943"/>
            <a:ext cx="2027976" cy="402753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8561193" y="-1940395"/>
            <a:ext cx="463200" cy="3063733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365016" y="585261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61951191"/>
      </p:ext>
    </p:extLst>
  </p:cSld>
  <p:clrMapOvr>
    <a:masterClrMapping/>
  </p:clrMapOvr>
  <p:transition spd="med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950800" y="3207569"/>
            <a:ext cx="10290400" cy="112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2478200" y="4554503"/>
            <a:ext cx="7235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4176597" y="1979964"/>
            <a:ext cx="3838800" cy="12276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66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10463457" y="5500766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10265803" y="6361511"/>
            <a:ext cx="1177683" cy="322788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10785160" y="2047572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9" name="Google Shape;179;p3"/>
          <p:cNvGrpSpPr/>
          <p:nvPr/>
        </p:nvGrpSpPr>
        <p:grpSpPr>
          <a:xfrm>
            <a:off x="11544995" y="3132107"/>
            <a:ext cx="2430688" cy="262659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4" name="Google Shape;184;p3"/>
          <p:cNvSpPr/>
          <p:nvPr/>
        </p:nvSpPr>
        <p:spPr>
          <a:xfrm>
            <a:off x="22660" y="1134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451578" y="-394200"/>
            <a:ext cx="402753" cy="2027976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6846309" y="6600466"/>
            <a:ext cx="2027976" cy="402753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11226389" y="4409689"/>
            <a:ext cx="1474635" cy="178625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886073" y="53651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1" name="Google Shape;221;p3"/>
          <p:cNvSpPr/>
          <p:nvPr/>
        </p:nvSpPr>
        <p:spPr>
          <a:xfrm>
            <a:off x="-1481940" y="49927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207015" y="3241338"/>
            <a:ext cx="1177683" cy="322788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164094827"/>
      </p:ext>
    </p:extLst>
  </p:cSld>
  <p:clrMapOvr>
    <a:masterClrMapping/>
  </p:clrMapOvr>
  <p:transition spd="med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950800" y="1583600"/>
            <a:ext cx="10290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lphaLcPeriod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romanLcPeriod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rabicPeriod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lphaLcPeriod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romanLcPeriod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rabicPeriod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lphaLcPeriod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romanLcPeriod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10460595" y="192041"/>
            <a:ext cx="2430688" cy="395524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10941548" y="561050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79" name="Google Shape;279;p4"/>
          <p:cNvGrpSpPr/>
          <p:nvPr/>
        </p:nvGrpSpPr>
        <p:grpSpPr>
          <a:xfrm>
            <a:off x="10781261" y="6298057"/>
            <a:ext cx="2430688" cy="262659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324086" y="214017"/>
            <a:ext cx="1474635" cy="178625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2091540" y="44847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6" y="514541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67725520"/>
      </p:ext>
    </p:extLst>
  </p:cSld>
  <p:clrMapOvr>
    <a:masterClrMapping/>
  </p:clrMapOvr>
  <p:transition spd="med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2054000" y="3871000"/>
            <a:ext cx="34960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2054000" y="4399012"/>
            <a:ext cx="3496000" cy="12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6649433" y="3871000"/>
            <a:ext cx="34960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6649433" y="4399011"/>
            <a:ext cx="3496000" cy="12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417189" y="6410021"/>
            <a:ext cx="2064000" cy="908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708829" y="217699"/>
            <a:ext cx="2430688" cy="395524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6219151" y="6614818"/>
            <a:ext cx="2027976" cy="402753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2077276" y="-143943"/>
            <a:ext cx="2027976" cy="402753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10474319" y="396403"/>
            <a:ext cx="1177683" cy="322788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85531" y="3612303"/>
            <a:ext cx="1177683" cy="322788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10930785" y="5470335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11000599" y="6165238"/>
            <a:ext cx="1177683" cy="322788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05384352"/>
      </p:ext>
    </p:extLst>
  </p:cSld>
  <p:clrMapOvr>
    <a:masterClrMapping/>
  </p:clrMapOvr>
  <p:transition spd="med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50" name="Google Shape;450;p6"/>
          <p:cNvGrpSpPr/>
          <p:nvPr/>
        </p:nvGrpSpPr>
        <p:grpSpPr>
          <a:xfrm>
            <a:off x="659069" y="6389500"/>
            <a:ext cx="1670529" cy="68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11409615" y="53486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11360346" y="5438765"/>
            <a:ext cx="402753" cy="2027976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9" y="274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97646" y="430175"/>
            <a:ext cx="1177683" cy="322788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2280476" y="-143943"/>
            <a:ext cx="2027976" cy="402753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5722008"/>
      </p:ext>
    </p:extLst>
  </p:cSld>
  <p:clrMapOvr>
    <a:masterClrMapping/>
  </p:clrMapOvr>
  <p:transition spd="med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5910933" y="2594183"/>
            <a:ext cx="5330400" cy="76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5910933" y="3359047"/>
            <a:ext cx="5330400" cy="9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114096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5" name="Google Shape;535;p7"/>
          <p:cNvSpPr/>
          <p:nvPr/>
        </p:nvSpPr>
        <p:spPr>
          <a:xfrm rot="-5400000">
            <a:off x="465083" y="-736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5" y="621289"/>
            <a:ext cx="1177683" cy="322788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2280476" y="-143943"/>
            <a:ext cx="2027976" cy="402753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7353293" y="-520028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0" name="Google Shape;550;p7"/>
          <p:cNvSpPr/>
          <p:nvPr/>
        </p:nvSpPr>
        <p:spPr>
          <a:xfrm rot="5400000">
            <a:off x="7725693" y="-11589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51" name="Google Shape;551;p7"/>
          <p:cNvGrpSpPr/>
          <p:nvPr/>
        </p:nvGrpSpPr>
        <p:grpSpPr>
          <a:xfrm>
            <a:off x="4669636" y="1121975"/>
            <a:ext cx="1670529" cy="68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10941548" y="561050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7" name="Google Shape;567;p7"/>
          <p:cNvGrpSpPr/>
          <p:nvPr/>
        </p:nvGrpSpPr>
        <p:grpSpPr>
          <a:xfrm>
            <a:off x="10781261" y="6298057"/>
            <a:ext cx="2430688" cy="262659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559616" y="541871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38986" y="4117028"/>
            <a:ext cx="131869" cy="737453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6606024" y="6611689"/>
            <a:ext cx="2027976" cy="402753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73218770"/>
      </p:ext>
    </p:extLst>
  </p:cSld>
  <p:clrMapOvr>
    <a:masterClrMapping/>
  </p:clrMapOvr>
  <p:transition spd="med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576000" y="1760933"/>
            <a:ext cx="9040000" cy="336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465083" y="3440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886073" y="3773505"/>
            <a:ext cx="3063733" cy="4632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10746028" y="4882773"/>
            <a:ext cx="2430688" cy="262659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9833616" y="5393253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4880661" y="6542957"/>
            <a:ext cx="2430688" cy="395524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10703527" y="3305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2" name="Google Shape;642;p8"/>
          <p:cNvSpPr/>
          <p:nvPr/>
        </p:nvSpPr>
        <p:spPr>
          <a:xfrm rot="10800000">
            <a:off x="5860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3" name="Google Shape;643;p8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44" name="Google Shape;644;p8"/>
          <p:cNvGrpSpPr/>
          <p:nvPr/>
        </p:nvGrpSpPr>
        <p:grpSpPr>
          <a:xfrm>
            <a:off x="10417076" y="2044450"/>
            <a:ext cx="2027976" cy="402753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566190" y="5235565"/>
            <a:ext cx="402753" cy="2027976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412743" y="-251861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57" name="Google Shape;657;p8"/>
          <p:cNvGrpSpPr/>
          <p:nvPr/>
        </p:nvGrpSpPr>
        <p:grpSpPr>
          <a:xfrm>
            <a:off x="11103684" y="229805"/>
            <a:ext cx="1177683" cy="322788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330678" y="2284705"/>
            <a:ext cx="1177683" cy="322788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4888781" y="-77063"/>
            <a:ext cx="2430688" cy="395524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63764061"/>
      </p:ext>
    </p:extLst>
  </p:cSld>
  <p:clrMapOvr>
    <a:masterClrMapping/>
  </p:clrMapOvr>
  <p:transition spd="med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3199800" y="3154735"/>
            <a:ext cx="5792400" cy="14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3199800" y="2297400"/>
            <a:ext cx="5792400" cy="76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465083" y="3440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5" y="1038905"/>
            <a:ext cx="1177683" cy="322788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993960" y="-65599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9" name="Google Shape;729;p9"/>
          <p:cNvSpPr/>
          <p:nvPr/>
        </p:nvSpPr>
        <p:spPr>
          <a:xfrm rot="5400000">
            <a:off x="2366360" y="-251861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0" name="Google Shape;730;p9"/>
          <p:cNvSpPr/>
          <p:nvPr/>
        </p:nvSpPr>
        <p:spPr>
          <a:xfrm>
            <a:off x="114096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886073" y="4383105"/>
            <a:ext cx="3063733" cy="4632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7350176" y="-155127"/>
            <a:ext cx="2027976" cy="402753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10558028" y="2565174"/>
            <a:ext cx="2430688" cy="395524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1065672" y="2877073"/>
            <a:ext cx="2430688" cy="262659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11108337" y="4240090"/>
            <a:ext cx="1474635" cy="178625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113467" y="5717367"/>
            <a:ext cx="131869" cy="737453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290398836"/>
      </p:ext>
    </p:extLst>
  </p:cSld>
  <p:clrMapOvr>
    <a:masterClrMapping/>
  </p:clrMapOvr>
  <p:transition spd="med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479400" y="5438703"/>
            <a:ext cx="9233200" cy="5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Exo"/>
                <a:ea typeface="Exo"/>
                <a:cs typeface="Exo"/>
                <a:sym typeface="Exo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21946215"/>
      </p:ext>
    </p:extLst>
  </p:cSld>
  <p:clrMapOvr>
    <a:masterClrMapping/>
  </p:clrMapOvr>
  <p:transition spd="med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950800" y="1771449"/>
            <a:ext cx="10290400" cy="2228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716000" y="4101100"/>
            <a:ext cx="6760000" cy="44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465083" y="3440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2280476" y="-143943"/>
            <a:ext cx="2027976" cy="402753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886073" y="44507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8" name="Google Shape;838;p11"/>
          <p:cNvSpPr/>
          <p:nvPr/>
        </p:nvSpPr>
        <p:spPr>
          <a:xfrm>
            <a:off x="-1481940" y="4078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1065672" y="5518673"/>
            <a:ext cx="2430688" cy="262659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4880661" y="6509307"/>
            <a:ext cx="2430688" cy="395524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7276793" y="-65599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1" name="Google Shape;851;p11"/>
          <p:cNvSpPr/>
          <p:nvPr/>
        </p:nvSpPr>
        <p:spPr>
          <a:xfrm rot="5400000">
            <a:off x="7649193" y="-251861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10703527" y="3305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3" name="Google Shape;853;p11"/>
          <p:cNvSpPr/>
          <p:nvPr/>
        </p:nvSpPr>
        <p:spPr>
          <a:xfrm rot="5400000">
            <a:off x="10944515" y="560504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4" name="Google Shape;854;p11"/>
          <p:cNvSpPr/>
          <p:nvPr/>
        </p:nvSpPr>
        <p:spPr>
          <a:xfrm>
            <a:off x="114096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10620276" y="416217"/>
            <a:ext cx="2027976" cy="402753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11327985" y="4321638"/>
            <a:ext cx="1177683" cy="322788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11023189" y="2480989"/>
            <a:ext cx="1474635" cy="178625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7263069" y="6048159"/>
            <a:ext cx="1670529" cy="68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313351" y="1106326"/>
            <a:ext cx="1474635" cy="178625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7437399"/>
      </p:ext>
    </p:extLst>
  </p:cSld>
  <p:clrMapOvr>
    <a:masterClrMapping/>
  </p:clrMapOvr>
  <p:transition spd="med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526907"/>
      </p:ext>
    </p:extLst>
  </p:cSld>
  <p:clrMapOvr>
    <a:masterClrMapping/>
  </p:clrMapOvr>
  <p:transition spd="med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1035400" y="2643273"/>
            <a:ext cx="29780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1035400" y="3188072"/>
            <a:ext cx="2978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1035400" y="1793709"/>
            <a:ext cx="29780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4628200" y="2643273"/>
            <a:ext cx="29356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4628200" y="3188072"/>
            <a:ext cx="29356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4628200" y="1793709"/>
            <a:ext cx="29356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8199800" y="2643273"/>
            <a:ext cx="29356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8199800" y="3188072"/>
            <a:ext cx="29356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8199800" y="1793709"/>
            <a:ext cx="29356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1035400" y="4823793"/>
            <a:ext cx="29780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1035400" y="5368592"/>
            <a:ext cx="2978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1035400" y="3974188"/>
            <a:ext cx="29780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4628200" y="4823793"/>
            <a:ext cx="29356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4628200" y="5368592"/>
            <a:ext cx="29356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4628200" y="3974188"/>
            <a:ext cx="29356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8199800" y="4823793"/>
            <a:ext cx="29356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8199800" y="5368592"/>
            <a:ext cx="29356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8199800" y="3974188"/>
            <a:ext cx="29356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11175267" y="6092243"/>
            <a:ext cx="131869" cy="737453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9" y="274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97646" y="430175"/>
            <a:ext cx="1177683" cy="322788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10955035" y="-447073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341344" y="6395022"/>
            <a:ext cx="1474635" cy="178625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11053445" y="319889"/>
            <a:ext cx="1474635" cy="178625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11238152" y="3855503"/>
            <a:ext cx="1177683" cy="322788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2178876" y="-143943"/>
            <a:ext cx="2027976" cy="402753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92258227"/>
      </p:ext>
    </p:extLst>
  </p:cSld>
  <p:clrMapOvr>
    <a:masterClrMapping/>
  </p:clrMapOvr>
  <p:transition spd="med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2477333" y="4338015"/>
            <a:ext cx="7238400" cy="5792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3017200" y="1946184"/>
            <a:ext cx="6157600" cy="22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465091" y="5610533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8143261" y="40835"/>
            <a:ext cx="2430688" cy="395524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10785160" y="2860372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11544995" y="3944907"/>
            <a:ext cx="2430688" cy="262659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9" name="Google Shape;1119;p14"/>
          <p:cNvSpPr/>
          <p:nvPr/>
        </p:nvSpPr>
        <p:spPr>
          <a:xfrm>
            <a:off x="22660" y="1134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451578" y="-394200"/>
            <a:ext cx="402753" cy="2027976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5728709" y="6600466"/>
            <a:ext cx="2027976" cy="402753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9001234" y="5566883"/>
            <a:ext cx="131869" cy="737453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886073" y="4992705"/>
            <a:ext cx="3063733" cy="4632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207015" y="3241338"/>
            <a:ext cx="1177683" cy="322788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7078661"/>
      </p:ext>
    </p:extLst>
  </p:cSld>
  <p:clrMapOvr>
    <a:masterClrMapping/>
  </p:clrMapOvr>
  <p:transition spd="med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1152700" y="3207567"/>
            <a:ext cx="10088400" cy="112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1152700" y="4587300"/>
            <a:ext cx="6192000" cy="4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1152700" y="1979967"/>
            <a:ext cx="2840400" cy="12276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43560" y="2161367"/>
            <a:ext cx="131869" cy="737453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465091" y="5208165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749607" y="-45279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377207" y="-48661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3855293" y="6456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1" name="Google Shape;1201;p15"/>
          <p:cNvSpPr/>
          <p:nvPr/>
        </p:nvSpPr>
        <p:spPr>
          <a:xfrm>
            <a:off x="11380767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10530679" y="467649"/>
            <a:ext cx="2027976" cy="402753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46070" y="2605367"/>
            <a:ext cx="131869" cy="737453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6242876" y="-143943"/>
            <a:ext cx="2027976" cy="402753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10509127" y="5782105"/>
            <a:ext cx="3063733" cy="4632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898856841"/>
      </p:ext>
    </p:extLst>
  </p:cSld>
  <p:clrMapOvr>
    <a:masterClrMapping/>
  </p:clrMapOvr>
  <p:transition spd="med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950800" y="3207567"/>
            <a:ext cx="10111200" cy="112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4756000" y="4554500"/>
            <a:ext cx="6306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7948000" y="1979967"/>
            <a:ext cx="3114000" cy="12276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10941548" y="5583067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465083" y="5472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5" y="1242105"/>
            <a:ext cx="1177683" cy="322788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886073" y="4078305"/>
            <a:ext cx="3063733" cy="4632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757357" y="514541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10569607" y="5538173"/>
            <a:ext cx="2430688" cy="395524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3481193" y="-1940395"/>
            <a:ext cx="463200" cy="3063733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3144093" y="63547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7164393" y="-150551"/>
            <a:ext cx="2027976" cy="402753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45410995"/>
      </p:ext>
    </p:extLst>
  </p:cSld>
  <p:clrMapOvr>
    <a:masterClrMapping/>
  </p:clrMapOvr>
  <p:transition spd="med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950800" y="2297400"/>
            <a:ext cx="5868800" cy="7636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950800" y="3154733"/>
            <a:ext cx="5868800" cy="14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10850009" y="-145815"/>
            <a:ext cx="782400" cy="1712580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3356809" y="-155159"/>
            <a:ext cx="2027976" cy="402753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455505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6551869" y="900207"/>
            <a:ext cx="1670529" cy="68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10944516" y="56055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816415" y="5653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7467209" y="6658316"/>
            <a:ext cx="2027976" cy="402753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11867" y="2364567"/>
            <a:ext cx="131869" cy="737453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23496159"/>
      </p:ext>
    </p:extLst>
  </p:cSld>
  <p:clrMapOvr>
    <a:masterClrMapping/>
  </p:clrMapOvr>
  <p:transition spd="med">
    <p:cov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1154000" y="1764903"/>
            <a:ext cx="5554800" cy="7636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1154000" y="2621669"/>
            <a:ext cx="5554800" cy="25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99714" y="2689987"/>
            <a:ext cx="1177683" cy="322788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3030543" y="-174859"/>
            <a:ext cx="2027976" cy="402753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113467" y="5059800"/>
            <a:ext cx="131869" cy="737453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717849" y="-3589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11409615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10778609" y="328217"/>
            <a:ext cx="2027976" cy="402753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321142" y="5781319"/>
            <a:ext cx="2033707" cy="7824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7623209" y="6622141"/>
            <a:ext cx="2027976" cy="402753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817649891"/>
      </p:ext>
    </p:extLst>
  </p:cSld>
  <p:clrMapOvr>
    <a:masterClrMapping/>
  </p:clrMapOvr>
  <p:transition spd="med">
    <p:cover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2364133" y="3462800"/>
            <a:ext cx="2514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564528" y="2000413"/>
            <a:ext cx="4113600" cy="12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7321633" y="4018167"/>
            <a:ext cx="2514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6522028" y="4546180"/>
            <a:ext cx="4113600" cy="12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4" y="5848616"/>
            <a:ext cx="1712580" cy="7824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2469743" y="-152410"/>
            <a:ext cx="2027976" cy="402753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113467" y="2031400"/>
            <a:ext cx="131869" cy="737453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6281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7" name="Google Shape;1557;p19"/>
          <p:cNvSpPr/>
          <p:nvPr/>
        </p:nvSpPr>
        <p:spPr>
          <a:xfrm>
            <a:off x="-1708807" y="5054639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11409615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11360346" y="5235565"/>
            <a:ext cx="402753" cy="2027976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9079234"/>
      </p:ext>
    </p:extLst>
  </p:cSld>
  <p:clrMapOvr>
    <a:masterClrMapping/>
  </p:clrMapOvr>
  <p:transition spd="med">
    <p:cover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950800" y="1948367"/>
            <a:ext cx="4995600" cy="3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6245600" y="1948367"/>
            <a:ext cx="4995600" cy="22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940" y="-118485"/>
            <a:ext cx="782400" cy="1712580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8339600" y="-68233"/>
            <a:ext cx="131869" cy="737453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1300" y="5574000"/>
            <a:ext cx="131869" cy="737453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1065672" y="6331473"/>
            <a:ext cx="2430688" cy="262659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11409615" y="53486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11360346" y="5438765"/>
            <a:ext cx="402753" cy="2027976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912902" y="512675"/>
            <a:ext cx="1670529" cy="68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4027093"/>
      </p:ext>
    </p:extLst>
  </p:cSld>
  <p:clrMapOvr>
    <a:masterClrMapping/>
  </p:clrMapOvr>
  <p:transition spd="med">
    <p:cover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1007467" y="3867817"/>
            <a:ext cx="30208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1007467" y="4395817"/>
            <a:ext cx="3020800" cy="10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4591472" y="3867817"/>
            <a:ext cx="30208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4591472" y="4395817"/>
            <a:ext cx="3020800" cy="10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8176859" y="3867817"/>
            <a:ext cx="30208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8176859" y="4395817"/>
            <a:ext cx="3020800" cy="10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9" y="-101601"/>
            <a:ext cx="782400" cy="1712567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72600" y="2220500"/>
            <a:ext cx="131869" cy="737453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465085" y="535816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10542955" y="5941033"/>
            <a:ext cx="2430688" cy="395524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9494076" y="-143943"/>
            <a:ext cx="2027976" cy="402753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11273583" y="1716638"/>
            <a:ext cx="1177683" cy="322788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130106682"/>
      </p:ext>
    </p:extLst>
  </p:cSld>
  <p:clrMapOvr>
    <a:masterClrMapping/>
  </p:clrMapOvr>
  <p:transition spd="med">
    <p:cover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995432" y="2181385"/>
            <a:ext cx="2692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831232" y="2709385"/>
            <a:ext cx="30208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8230104" y="2181385"/>
            <a:ext cx="2692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8065904" y="2709385"/>
            <a:ext cx="30208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939032" y="4420533"/>
            <a:ext cx="2805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831232" y="4948533"/>
            <a:ext cx="30208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8230104" y="4420533"/>
            <a:ext cx="2692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8065904" y="4948533"/>
            <a:ext cx="30208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9" y="-13227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667656" y="214993"/>
            <a:ext cx="2027976" cy="402753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113467" y="2669367"/>
            <a:ext cx="131869" cy="737453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6763228" y="6666308"/>
            <a:ext cx="2430688" cy="262659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465083" y="55943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12025483" y="1752200"/>
            <a:ext cx="131869" cy="737453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6762769" y="379992"/>
            <a:ext cx="1670529" cy="68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11409615" y="5145434"/>
            <a:ext cx="782400" cy="2030983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4513017"/>
      </p:ext>
    </p:extLst>
  </p:cSld>
  <p:clrMapOvr>
    <a:masterClrMapping/>
  </p:clrMapOvr>
  <p:transition spd="med">
    <p:cover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869424" y="2017089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2657224" y="2548500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869424" y="3499575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2657224" y="4025367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8073791" y="3499575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7861591" y="4025376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8073791" y="2017089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7861591" y="2548500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869424" y="4977583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2657224" y="5502233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8073791" y="4977583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7861591" y="5502236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940" y="-118473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95714" y="308962"/>
            <a:ext cx="1177683" cy="322788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2247689" y="617589"/>
            <a:ext cx="1474635" cy="178625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10889827" y="1008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39" name="Google Shape;1939;p23"/>
          <p:cNvSpPr/>
          <p:nvPr/>
        </p:nvSpPr>
        <p:spPr>
          <a:xfrm flipH="1">
            <a:off x="10485693" y="6359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9152400" y="-68233"/>
            <a:ext cx="131869" cy="737453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1300" y="5574000"/>
            <a:ext cx="131869" cy="737453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1065672" y="6331473"/>
            <a:ext cx="2430688" cy="262659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11409615" y="53486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11360346" y="5438765"/>
            <a:ext cx="402753" cy="2027976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5260736" y="6367092"/>
            <a:ext cx="1670529" cy="68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969639777"/>
      </p:ext>
    </p:extLst>
  </p:cSld>
  <p:clrMapOvr>
    <a:masterClrMapping/>
  </p:clrMapOvr>
  <p:transition spd="med">
    <p:cover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6233276" y="6608057"/>
            <a:ext cx="2027976" cy="402753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113467" y="3075767"/>
            <a:ext cx="131869" cy="737453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2326123" y="4789505"/>
            <a:ext cx="3063733" cy="4632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552216" y="595421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96977" y="301085"/>
            <a:ext cx="2009543" cy="7824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114096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10721876" y="245017"/>
            <a:ext cx="2027976" cy="402753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11147019" y="3793639"/>
            <a:ext cx="1177683" cy="322788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11023189" y="6238489"/>
            <a:ext cx="1474635" cy="178625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6697735" y="318659"/>
            <a:ext cx="1670529" cy="68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1190379"/>
      </p:ext>
    </p:extLst>
  </p:cSld>
  <p:clrMapOvr>
    <a:masterClrMapping/>
  </p:clrMapOvr>
  <p:transition spd="med">
    <p:cover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60283" y="97246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113467" y="4877234"/>
            <a:ext cx="131869" cy="737453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718123" y="755774"/>
            <a:ext cx="2430688" cy="395524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6398800" y="6125067"/>
            <a:ext cx="131869" cy="737453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577225" y="6341493"/>
            <a:ext cx="1474635" cy="178625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11039865" y="563750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96" name="Google Shape;2196;p25"/>
          <p:cNvSpPr/>
          <p:nvPr/>
        </p:nvSpPr>
        <p:spPr>
          <a:xfrm>
            <a:off x="10882149" y="-465077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11194101" y="6332405"/>
            <a:ext cx="1177683" cy="322788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7985485" y="314348"/>
            <a:ext cx="1670529" cy="68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74671581"/>
      </p:ext>
    </p:extLst>
  </p:cSld>
  <p:clrMapOvr>
    <a:masterClrMapping/>
  </p:clrMapOvr>
  <p:transition spd="med">
    <p:cover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1121700" y="3481461"/>
            <a:ext cx="27208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1121700" y="4026260"/>
            <a:ext cx="2720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993100" y="2224340"/>
            <a:ext cx="2978000" cy="105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4735457" y="3963967"/>
            <a:ext cx="27208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4735457" y="4508765"/>
            <a:ext cx="2720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4606857" y="2706845"/>
            <a:ext cx="2978000" cy="105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8349233" y="3481461"/>
            <a:ext cx="27208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8349233" y="4026260"/>
            <a:ext cx="2720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8220633" y="2224340"/>
            <a:ext cx="2978000" cy="105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4" y="5781319"/>
            <a:ext cx="1712580" cy="7824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864076" y="-152410"/>
            <a:ext cx="2027976" cy="402753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113467" y="2031400"/>
            <a:ext cx="131869" cy="737453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92" name="Google Shape;2292;p26"/>
          <p:cNvSpPr/>
          <p:nvPr/>
        </p:nvSpPr>
        <p:spPr>
          <a:xfrm>
            <a:off x="-1708807" y="5054639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11409615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10417076" y="1178017"/>
            <a:ext cx="2027976" cy="402753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11360346" y="5235565"/>
            <a:ext cx="402753" cy="2027976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200753345"/>
      </p:ext>
    </p:extLst>
  </p:cSld>
  <p:clrMapOvr>
    <a:masterClrMapping/>
  </p:clrMapOvr>
  <p:transition spd="med">
    <p:cover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3114200" y="1010833"/>
            <a:ext cx="5963600" cy="12740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9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3114200" y="2366667"/>
            <a:ext cx="5963600" cy="13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3376600" y="4437009"/>
            <a:ext cx="5438800" cy="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6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infographics &amp; images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5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4" y="809085"/>
            <a:ext cx="1712580" cy="7824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3491843" y="6641857"/>
            <a:ext cx="2027976" cy="402753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886073" y="3773505"/>
            <a:ext cx="3063733" cy="4632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705439" y="5751040"/>
            <a:ext cx="2430688" cy="262659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10944512" y="51809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6937323" y="6249789"/>
            <a:ext cx="1474635" cy="178625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10703527" y="28989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9563611" y="513307"/>
            <a:ext cx="2430688" cy="395524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11023189" y="3901689"/>
            <a:ext cx="1474635" cy="178625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3146669" y="501441"/>
            <a:ext cx="1670529" cy="68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337360173"/>
      </p:ext>
    </p:extLst>
  </p:cSld>
  <p:clrMapOvr>
    <a:masterClrMapping/>
  </p:clrMapOvr>
  <p:transition spd="med">
    <p:cover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1119639" y="3791373"/>
            <a:ext cx="2430688" cy="262659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10941532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00" name="Google Shape;2500;p28"/>
          <p:cNvSpPr/>
          <p:nvPr/>
        </p:nvSpPr>
        <p:spPr>
          <a:xfrm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11023189" y="4308089"/>
            <a:ext cx="1474635" cy="178625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6446076" y="-143943"/>
            <a:ext cx="2027976" cy="402753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847827" y="-1940395"/>
            <a:ext cx="463200" cy="3063733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465083" y="5610253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445080" y="5552899"/>
            <a:ext cx="402753" cy="2027976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11320152" y="2859338"/>
            <a:ext cx="1177683" cy="322788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566399947"/>
      </p:ext>
    </p:extLst>
  </p:cSld>
  <p:clrMapOvr>
    <a:masterClrMapping/>
  </p:clrMapOvr>
  <p:transition spd="med">
    <p:cover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113467" y="1043767"/>
            <a:ext cx="131869" cy="737453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886073" y="2655905"/>
            <a:ext cx="3063733" cy="4632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1065672" y="4401073"/>
            <a:ext cx="2430688" cy="262659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10939735" y="-465906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10315483" y="5857118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11051552" y="3566617"/>
            <a:ext cx="1177683" cy="322788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11377396" y="-384517"/>
            <a:ext cx="402753" cy="2027976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569276" y="-143943"/>
            <a:ext cx="2027976" cy="402753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8561193" y="-1940395"/>
            <a:ext cx="463200" cy="3063733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96977" y="5747585"/>
            <a:ext cx="2009543" cy="7824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95809717"/>
      </p:ext>
    </p:extLst>
  </p:cSld>
  <p:clrMapOvr>
    <a:masterClrMapping/>
  </p:clrMapOvr>
  <p:transition spd="med">
    <p:cover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705924"/>
      </p:ext>
    </p:extLst>
  </p:cSld>
  <p:clrMapOvr>
    <a:masterClrMapping/>
  </p:clrMapOvr>
  <p:transition spd="med">
    <p:cover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32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5668171"/>
      </p:ext>
    </p:extLst>
  </p:cSld>
  <p:clrMapOvr>
    <a:masterClrMapping/>
  </p:clrMapOvr>
  <p:transition spd="med">
    <p:cover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340501"/>
      </p:ext>
    </p:extLst>
  </p:cSld>
  <p:clrMapOvr>
    <a:masterClrMapping/>
  </p:clrMapOvr>
  <p:transition spd="med">
    <p:cover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32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8282164"/>
      </p:ext>
    </p:extLst>
  </p:cSld>
  <p:clrMapOvr>
    <a:masterClrMapping/>
  </p:clrMapOvr>
  <p:transition spd="med">
    <p:cover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6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952400" y="792827"/>
            <a:ext cx="10287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65" name="Google Shape;65;p6"/>
          <p:cNvGrpSpPr/>
          <p:nvPr/>
        </p:nvGrpSpPr>
        <p:grpSpPr>
          <a:xfrm>
            <a:off x="6080533" y="193967"/>
            <a:ext cx="6166000" cy="512100"/>
            <a:chOff x="4560400" y="145475"/>
            <a:chExt cx="4624500" cy="384075"/>
          </a:xfrm>
        </p:grpSpPr>
        <p:sp>
          <p:nvSpPr>
            <p:cNvPr id="66" name="Google Shape;66;p6"/>
            <p:cNvSpPr/>
            <p:nvPr/>
          </p:nvSpPr>
          <p:spPr>
            <a:xfrm>
              <a:off x="6257400" y="284625"/>
              <a:ext cx="2927500" cy="239350"/>
            </a:xfrm>
            <a:custGeom>
              <a:avLst/>
              <a:gdLst/>
              <a:ahLst/>
              <a:cxnLst/>
              <a:rect l="l" t="t" r="r" b="b"/>
              <a:pathLst>
                <a:path w="117100" h="9574" extrusionOk="0">
                  <a:moveTo>
                    <a:pt x="117100" y="0"/>
                  </a:moveTo>
                  <a:lnTo>
                    <a:pt x="87475" y="0"/>
                  </a:lnTo>
                  <a:lnTo>
                    <a:pt x="70892" y="9574"/>
                  </a:lnTo>
                  <a:lnTo>
                    <a:pt x="0" y="957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67" name="Google Shape;67;p6"/>
            <p:cNvSpPr/>
            <p:nvPr/>
          </p:nvSpPr>
          <p:spPr>
            <a:xfrm>
              <a:off x="4560400" y="145475"/>
              <a:ext cx="2840000" cy="384075"/>
            </a:xfrm>
            <a:custGeom>
              <a:avLst/>
              <a:gdLst/>
              <a:ahLst/>
              <a:cxnLst/>
              <a:rect l="l" t="t" r="r" b="b"/>
              <a:pathLst>
                <a:path w="113600" h="15363" extrusionOk="0">
                  <a:moveTo>
                    <a:pt x="113600" y="15363"/>
                  </a:moveTo>
                  <a:lnTo>
                    <a:pt x="86990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68" name="Google Shape;68;p6"/>
          <p:cNvSpPr/>
          <p:nvPr/>
        </p:nvSpPr>
        <p:spPr>
          <a:xfrm>
            <a:off x="-15467" y="752733"/>
            <a:ext cx="288267" cy="1710600"/>
          </a:xfrm>
          <a:custGeom>
            <a:avLst/>
            <a:gdLst/>
            <a:ahLst/>
            <a:cxnLst/>
            <a:rect l="l" t="t" r="r" b="b"/>
            <a:pathLst>
              <a:path w="8648" h="51318" extrusionOk="0">
                <a:moveTo>
                  <a:pt x="0" y="51318"/>
                </a:moveTo>
                <a:lnTo>
                  <a:pt x="8648" y="46325"/>
                </a:lnTo>
                <a:lnTo>
                  <a:pt x="8648" y="0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  <a:effectLst>
            <a:outerShdw blurRad="114300" algn="bl" rotWithShape="0">
              <a:srgbClr val="FFFFFF">
                <a:alpha val="8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4254359445"/>
      </p:ext>
    </p:extLst>
  </p:cSld>
  <p:clrMapOvr>
    <a:masterClrMapping/>
  </p:clrMapOvr>
  <p:transition spd="med">
    <p:cover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7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/>
          <p:nvPr/>
        </p:nvSpPr>
        <p:spPr>
          <a:xfrm>
            <a:off x="732800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2" name="Google Shape;72;p7"/>
          <p:cNvSpPr txBox="1">
            <a:spLocks noGrp="1"/>
          </p:cNvSpPr>
          <p:nvPr>
            <p:ph type="subTitle" idx="1"/>
          </p:nvPr>
        </p:nvSpPr>
        <p:spPr>
          <a:xfrm>
            <a:off x="952400" y="2391067"/>
            <a:ext cx="5052000" cy="3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naheim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naheim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naheim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naheim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naheim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naheim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naheim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naheim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naheim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title"/>
          </p:nvPr>
        </p:nvSpPr>
        <p:spPr>
          <a:xfrm>
            <a:off x="952400" y="1377711"/>
            <a:ext cx="5052000" cy="78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4" name="Google Shape;74;p7"/>
          <p:cNvSpPr>
            <a:spLocks noGrp="1"/>
          </p:cNvSpPr>
          <p:nvPr>
            <p:ph type="pic" idx="2"/>
          </p:nvPr>
        </p:nvSpPr>
        <p:spPr>
          <a:xfrm>
            <a:off x="7013600" y="955600"/>
            <a:ext cx="4226000" cy="4960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algn="bl" rotWithShape="0">
              <a:schemeClr val="dk1">
                <a:alpha val="80000"/>
              </a:schemeClr>
            </a:outerShdw>
          </a:effectLst>
        </p:spPr>
      </p:sp>
      <p:grpSp>
        <p:nvGrpSpPr>
          <p:cNvPr id="75" name="Google Shape;75;p7"/>
          <p:cNvGrpSpPr/>
          <p:nvPr/>
        </p:nvGrpSpPr>
        <p:grpSpPr>
          <a:xfrm>
            <a:off x="731000" y="-63699"/>
            <a:ext cx="5365000" cy="478300"/>
            <a:chOff x="548250" y="-47775"/>
            <a:chExt cx="4023750" cy="358725"/>
          </a:xfrm>
        </p:grpSpPr>
        <p:sp>
          <p:nvSpPr>
            <p:cNvPr id="76" name="Google Shape;76;p7"/>
            <p:cNvSpPr/>
            <p:nvPr/>
          </p:nvSpPr>
          <p:spPr>
            <a:xfrm>
              <a:off x="1306275" y="-47775"/>
              <a:ext cx="3265725" cy="354650"/>
            </a:xfrm>
            <a:custGeom>
              <a:avLst/>
              <a:gdLst/>
              <a:ahLst/>
              <a:cxnLst/>
              <a:rect l="l" t="t" r="r" b="b"/>
              <a:pathLst>
                <a:path w="130629" h="14186" extrusionOk="0">
                  <a:moveTo>
                    <a:pt x="130629" y="0"/>
                  </a:moveTo>
                  <a:lnTo>
                    <a:pt x="106058" y="14186"/>
                  </a:lnTo>
                  <a:lnTo>
                    <a:pt x="0" y="14186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dist="1905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77" name="Google Shape;77;p7"/>
            <p:cNvSpPr/>
            <p:nvPr/>
          </p:nvSpPr>
          <p:spPr>
            <a:xfrm>
              <a:off x="548250" y="133750"/>
              <a:ext cx="2175200" cy="177200"/>
            </a:xfrm>
            <a:custGeom>
              <a:avLst/>
              <a:gdLst/>
              <a:ahLst/>
              <a:cxnLst/>
              <a:rect l="l" t="t" r="r" b="b"/>
              <a:pathLst>
                <a:path w="87008" h="7088" extrusionOk="0">
                  <a:moveTo>
                    <a:pt x="87008" y="7088"/>
                  </a:moveTo>
                  <a:lnTo>
                    <a:pt x="74732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dist="1905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78" name="Google Shape;78;p7"/>
          <p:cNvSpPr/>
          <p:nvPr/>
        </p:nvSpPr>
        <p:spPr>
          <a:xfrm>
            <a:off x="5069733" y="6495000"/>
            <a:ext cx="3382333" cy="373267"/>
          </a:xfrm>
          <a:custGeom>
            <a:avLst/>
            <a:gdLst/>
            <a:ahLst/>
            <a:cxnLst/>
            <a:rect l="l" t="t" r="r" b="b"/>
            <a:pathLst>
              <a:path w="101470" h="11198" extrusionOk="0">
                <a:moveTo>
                  <a:pt x="0" y="11198"/>
                </a:moveTo>
                <a:lnTo>
                  <a:pt x="19395" y="0"/>
                </a:lnTo>
                <a:lnTo>
                  <a:pt x="101470" y="0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  <a:effectLst>
            <a:outerShdw blurRad="114300" algn="bl" rotWithShape="0">
              <a:srgbClr val="FFFFFF">
                <a:alpha val="8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9847581"/>
      </p:ext>
    </p:extLst>
  </p:cSld>
  <p:clrMapOvr>
    <a:masterClrMapping/>
  </p:clrMapOvr>
  <p:transition spd="med">
    <p:cover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/>
          <p:nvPr/>
        </p:nvSpPr>
        <p:spPr>
          <a:xfrm>
            <a:off x="2462000" y="4548800"/>
            <a:ext cx="7268000" cy="160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6669100" y="4615800"/>
            <a:ext cx="4570800" cy="1475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100" y="-150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67530136"/>
      </p:ext>
    </p:extLst>
  </p:cSld>
  <p:clrMapOvr>
    <a:masterClrMapping/>
  </p:clrMapOvr>
  <p:transition spd="med">
    <p:cover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2229800" y="2431333"/>
            <a:ext cx="7732400" cy="1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2229800" y="3887445"/>
            <a:ext cx="7732400" cy="5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 rot="-4500163">
            <a:off x="8114280" y="5049394"/>
            <a:ext cx="3265405" cy="3265405"/>
            <a:chOff x="-342728" y="4052417"/>
            <a:chExt cx="1707300" cy="1707300"/>
          </a:xfrm>
        </p:grpSpPr>
        <p:sp>
          <p:nvSpPr>
            <p:cNvPr id="113" name="Google Shape;113;p11"/>
            <p:cNvSpPr/>
            <p:nvPr/>
          </p:nvSpPr>
          <p:spPr>
            <a:xfrm>
              <a:off x="-342728" y="4052417"/>
              <a:ext cx="1707300" cy="1707300"/>
            </a:xfrm>
            <a:prstGeom prst="donut">
              <a:avLst>
                <a:gd name="adj" fmla="val 3735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-191553" y="4203593"/>
              <a:ext cx="1405200" cy="14052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-124863" y="4270477"/>
              <a:ext cx="1271700" cy="1271400"/>
            </a:xfrm>
            <a:prstGeom prst="blockArc">
              <a:avLst>
                <a:gd name="adj1" fmla="val 10800000"/>
                <a:gd name="adj2" fmla="val 15147279"/>
                <a:gd name="adj3" fmla="val 7633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" name="Google Shape;116;p11"/>
            <p:cNvSpPr/>
            <p:nvPr/>
          </p:nvSpPr>
          <p:spPr>
            <a:xfrm rot="10800000">
              <a:off x="-124851" y="4270327"/>
              <a:ext cx="1271700" cy="1271400"/>
            </a:xfrm>
            <a:prstGeom prst="blockArc">
              <a:avLst>
                <a:gd name="adj1" fmla="val 10800000"/>
                <a:gd name="adj2" fmla="val 13450267"/>
                <a:gd name="adj3" fmla="val 8192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17" name="Google Shape;117;p11"/>
          <p:cNvGrpSpPr/>
          <p:nvPr/>
        </p:nvGrpSpPr>
        <p:grpSpPr>
          <a:xfrm>
            <a:off x="-42633" y="-80790"/>
            <a:ext cx="6134833" cy="2478323"/>
            <a:chOff x="-31975" y="-60592"/>
            <a:chExt cx="4601125" cy="1858742"/>
          </a:xfrm>
        </p:grpSpPr>
        <p:sp>
          <p:nvSpPr>
            <p:cNvPr id="118" name="Google Shape;118;p11"/>
            <p:cNvSpPr/>
            <p:nvPr/>
          </p:nvSpPr>
          <p:spPr>
            <a:xfrm>
              <a:off x="-31975" y="369100"/>
              <a:ext cx="3327425" cy="1429050"/>
            </a:xfrm>
            <a:custGeom>
              <a:avLst/>
              <a:gdLst/>
              <a:ahLst/>
              <a:cxnLst/>
              <a:rect l="l" t="t" r="r" b="b"/>
              <a:pathLst>
                <a:path w="133097" h="57162" extrusionOk="0">
                  <a:moveTo>
                    <a:pt x="0" y="57162"/>
                  </a:moveTo>
                  <a:lnTo>
                    <a:pt x="16282" y="47762"/>
                  </a:lnTo>
                  <a:lnTo>
                    <a:pt x="16282" y="13284"/>
                  </a:lnTo>
                  <a:lnTo>
                    <a:pt x="39290" y="0"/>
                  </a:lnTo>
                  <a:lnTo>
                    <a:pt x="133097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119" name="Google Shape;119;p11"/>
            <p:cNvSpPr/>
            <p:nvPr/>
          </p:nvSpPr>
          <p:spPr>
            <a:xfrm>
              <a:off x="2588525" y="153225"/>
              <a:ext cx="1980625" cy="212775"/>
            </a:xfrm>
            <a:custGeom>
              <a:avLst/>
              <a:gdLst/>
              <a:ahLst/>
              <a:cxnLst/>
              <a:rect l="l" t="t" r="r" b="b"/>
              <a:pathLst>
                <a:path w="79225" h="8511" extrusionOk="0">
                  <a:moveTo>
                    <a:pt x="0" y="8511"/>
                  </a:moveTo>
                  <a:lnTo>
                    <a:pt x="14741" y="0"/>
                  </a:lnTo>
                  <a:lnTo>
                    <a:pt x="792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cxnSp>
          <p:nvCxnSpPr>
            <p:cNvPr id="120" name="Google Shape;120;p11"/>
            <p:cNvCxnSpPr/>
            <p:nvPr/>
          </p:nvCxnSpPr>
          <p:spPr>
            <a:xfrm>
              <a:off x="665830" y="-60592"/>
              <a:ext cx="0" cy="615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cxnSp>
      </p:grpSp>
      <p:grpSp>
        <p:nvGrpSpPr>
          <p:cNvPr id="121" name="Google Shape;121;p11"/>
          <p:cNvGrpSpPr/>
          <p:nvPr/>
        </p:nvGrpSpPr>
        <p:grpSpPr>
          <a:xfrm>
            <a:off x="-10133" y="3736201"/>
            <a:ext cx="918200" cy="2340167"/>
            <a:chOff x="-7600" y="2802150"/>
            <a:chExt cx="688650" cy="1755125"/>
          </a:xfrm>
        </p:grpSpPr>
        <p:sp>
          <p:nvSpPr>
            <p:cNvPr id="122" name="Google Shape;122;p11"/>
            <p:cNvSpPr/>
            <p:nvPr/>
          </p:nvSpPr>
          <p:spPr>
            <a:xfrm>
              <a:off x="-7600" y="2808225"/>
              <a:ext cx="688650" cy="1749050"/>
            </a:xfrm>
            <a:custGeom>
              <a:avLst/>
              <a:gdLst/>
              <a:ahLst/>
              <a:cxnLst/>
              <a:rect l="l" t="t" r="r" b="b"/>
              <a:pathLst>
                <a:path w="27546" h="69962" extrusionOk="0">
                  <a:moveTo>
                    <a:pt x="0" y="0"/>
                  </a:moveTo>
                  <a:lnTo>
                    <a:pt x="19258" y="0"/>
                  </a:lnTo>
                  <a:lnTo>
                    <a:pt x="27546" y="8289"/>
                  </a:lnTo>
                  <a:lnTo>
                    <a:pt x="27546" y="69962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123" name="Google Shape;123;p11"/>
            <p:cNvSpPr/>
            <p:nvPr/>
          </p:nvSpPr>
          <p:spPr>
            <a:xfrm>
              <a:off x="236175" y="2802150"/>
              <a:ext cx="442550" cy="1382925"/>
            </a:xfrm>
            <a:custGeom>
              <a:avLst/>
              <a:gdLst/>
              <a:ahLst/>
              <a:cxnLst/>
              <a:rect l="l" t="t" r="r" b="b"/>
              <a:pathLst>
                <a:path w="17702" h="55317" extrusionOk="0">
                  <a:moveTo>
                    <a:pt x="0" y="0"/>
                  </a:moveTo>
                  <a:lnTo>
                    <a:pt x="0" y="45097"/>
                  </a:lnTo>
                  <a:lnTo>
                    <a:pt x="17702" y="55317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124" name="Google Shape;124;p11"/>
          <p:cNvSpPr/>
          <p:nvPr/>
        </p:nvSpPr>
        <p:spPr>
          <a:xfrm>
            <a:off x="11687034" y="1079134"/>
            <a:ext cx="523733" cy="1828233"/>
          </a:xfrm>
          <a:custGeom>
            <a:avLst/>
            <a:gdLst/>
            <a:ahLst/>
            <a:cxnLst/>
            <a:rect l="l" t="t" r="r" b="b"/>
            <a:pathLst>
              <a:path w="15712" h="54847" extrusionOk="0">
                <a:moveTo>
                  <a:pt x="15712" y="54847"/>
                </a:moveTo>
                <a:lnTo>
                  <a:pt x="0" y="45776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  <a:effectLst>
            <a:outerShdw blurRad="114300" algn="bl" rotWithShape="0">
              <a:srgbClr val="FFFFFF">
                <a:alpha val="8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1517524636"/>
      </p:ext>
    </p:extLst>
  </p:cSld>
  <p:clrMapOvr>
    <a:masterClrMapping/>
  </p:clrMapOvr>
  <p:transition spd="med">
    <p:cover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322954"/>
      </p:ext>
    </p:extLst>
  </p:cSld>
  <p:clrMapOvr>
    <a:masterClrMapping/>
  </p:clrMapOvr>
  <p:transition spd="med">
    <p:cover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5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/>
          <p:nvPr/>
        </p:nvSpPr>
        <p:spPr>
          <a:xfrm>
            <a:off x="732800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77" name="Google Shape;177;p15"/>
          <p:cNvSpPr txBox="1">
            <a:spLocks noGrp="1"/>
          </p:cNvSpPr>
          <p:nvPr>
            <p:ph type="title"/>
          </p:nvPr>
        </p:nvSpPr>
        <p:spPr>
          <a:xfrm>
            <a:off x="1136804" y="4771467"/>
            <a:ext cx="26428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8" name="Google Shape;178;p15"/>
          <p:cNvSpPr txBox="1">
            <a:spLocks noGrp="1"/>
          </p:cNvSpPr>
          <p:nvPr>
            <p:ph type="subTitle" idx="1"/>
          </p:nvPr>
        </p:nvSpPr>
        <p:spPr>
          <a:xfrm>
            <a:off x="1125333" y="3775867"/>
            <a:ext cx="2654400" cy="9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9" name="Google Shape;179;p15"/>
          <p:cNvSpPr txBox="1">
            <a:spLocks noGrp="1"/>
          </p:cNvSpPr>
          <p:nvPr>
            <p:ph type="title" idx="2"/>
          </p:nvPr>
        </p:nvSpPr>
        <p:spPr>
          <a:xfrm>
            <a:off x="4780071" y="4771467"/>
            <a:ext cx="2643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0" name="Google Shape;180;p15"/>
          <p:cNvSpPr txBox="1">
            <a:spLocks noGrp="1"/>
          </p:cNvSpPr>
          <p:nvPr>
            <p:ph type="subTitle" idx="3"/>
          </p:nvPr>
        </p:nvSpPr>
        <p:spPr>
          <a:xfrm>
            <a:off x="4768871" y="3775867"/>
            <a:ext cx="2654400" cy="9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1" name="Google Shape;181;p15"/>
          <p:cNvSpPr txBox="1">
            <a:spLocks noGrp="1"/>
          </p:cNvSpPr>
          <p:nvPr>
            <p:ph type="title" idx="4"/>
          </p:nvPr>
        </p:nvSpPr>
        <p:spPr>
          <a:xfrm>
            <a:off x="8423737" y="4771467"/>
            <a:ext cx="26428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2" name="Google Shape;182;p15"/>
          <p:cNvSpPr txBox="1">
            <a:spLocks noGrp="1"/>
          </p:cNvSpPr>
          <p:nvPr>
            <p:ph type="subTitle" idx="5"/>
          </p:nvPr>
        </p:nvSpPr>
        <p:spPr>
          <a:xfrm>
            <a:off x="8412267" y="3775867"/>
            <a:ext cx="2654400" cy="9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3" name="Google Shape;183;p15"/>
          <p:cNvSpPr txBox="1">
            <a:spLocks noGrp="1"/>
          </p:cNvSpPr>
          <p:nvPr>
            <p:ph type="title" idx="6"/>
          </p:nvPr>
        </p:nvSpPr>
        <p:spPr>
          <a:xfrm>
            <a:off x="952400" y="792827"/>
            <a:ext cx="10287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184" name="Google Shape;184;p15"/>
          <p:cNvGrpSpPr/>
          <p:nvPr/>
        </p:nvGrpSpPr>
        <p:grpSpPr>
          <a:xfrm>
            <a:off x="6119327" y="221031"/>
            <a:ext cx="6119407" cy="2692267"/>
            <a:chOff x="4589495" y="165773"/>
            <a:chExt cx="4589555" cy="2019200"/>
          </a:xfrm>
        </p:grpSpPr>
        <p:sp>
          <p:nvSpPr>
            <p:cNvPr id="185" name="Google Shape;185;p15"/>
            <p:cNvSpPr/>
            <p:nvPr/>
          </p:nvSpPr>
          <p:spPr>
            <a:xfrm>
              <a:off x="6957200" y="165773"/>
              <a:ext cx="2221850" cy="2019200"/>
            </a:xfrm>
            <a:custGeom>
              <a:avLst/>
              <a:gdLst/>
              <a:ahLst/>
              <a:cxnLst/>
              <a:rect l="l" t="t" r="r" b="b"/>
              <a:pathLst>
                <a:path w="88874" h="80768" extrusionOk="0">
                  <a:moveTo>
                    <a:pt x="88874" y="80768"/>
                  </a:moveTo>
                  <a:lnTo>
                    <a:pt x="75461" y="67355"/>
                  </a:lnTo>
                  <a:lnTo>
                    <a:pt x="75461" y="16853"/>
                  </a:lnTo>
                  <a:lnTo>
                    <a:pt x="5860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cxnSp>
          <p:nvCxnSpPr>
            <p:cNvPr id="186" name="Google Shape;186;p15"/>
            <p:cNvCxnSpPr/>
            <p:nvPr/>
          </p:nvCxnSpPr>
          <p:spPr>
            <a:xfrm rot="10800000">
              <a:off x="4589495" y="354623"/>
              <a:ext cx="4023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cxnSp>
      </p:grpSp>
      <p:grpSp>
        <p:nvGrpSpPr>
          <p:cNvPr id="187" name="Google Shape;187;p15"/>
          <p:cNvGrpSpPr/>
          <p:nvPr/>
        </p:nvGrpSpPr>
        <p:grpSpPr>
          <a:xfrm>
            <a:off x="-34500" y="6354701"/>
            <a:ext cx="4135931" cy="593167"/>
            <a:chOff x="-25875" y="4766025"/>
            <a:chExt cx="3101948" cy="444875"/>
          </a:xfrm>
        </p:grpSpPr>
        <p:sp>
          <p:nvSpPr>
            <p:cNvPr id="188" name="Google Shape;188;p15"/>
            <p:cNvSpPr/>
            <p:nvPr/>
          </p:nvSpPr>
          <p:spPr>
            <a:xfrm>
              <a:off x="711523" y="4892250"/>
              <a:ext cx="2364550" cy="318650"/>
            </a:xfrm>
            <a:custGeom>
              <a:avLst/>
              <a:gdLst/>
              <a:ahLst/>
              <a:cxnLst/>
              <a:rect l="l" t="t" r="r" b="b"/>
              <a:pathLst>
                <a:path w="94582" h="12746" extrusionOk="0">
                  <a:moveTo>
                    <a:pt x="0" y="12746"/>
                  </a:moveTo>
                  <a:lnTo>
                    <a:pt x="22077" y="0"/>
                  </a:lnTo>
                  <a:lnTo>
                    <a:pt x="94582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chemeClr val="dk1">
                  <a:alpha val="80000"/>
                </a:schemeClr>
              </a:outerShdw>
            </a:effectLst>
          </p:spPr>
        </p:sp>
        <p:sp>
          <p:nvSpPr>
            <p:cNvPr id="189" name="Google Shape;189;p15"/>
            <p:cNvSpPr/>
            <p:nvPr/>
          </p:nvSpPr>
          <p:spPr>
            <a:xfrm>
              <a:off x="-25875" y="4766025"/>
              <a:ext cx="1035400" cy="284650"/>
            </a:xfrm>
            <a:custGeom>
              <a:avLst/>
              <a:gdLst/>
              <a:ahLst/>
              <a:cxnLst/>
              <a:rect l="l" t="t" r="r" b="b"/>
              <a:pathLst>
                <a:path w="41416" h="11386" extrusionOk="0">
                  <a:moveTo>
                    <a:pt x="0" y="0"/>
                  </a:moveTo>
                  <a:lnTo>
                    <a:pt x="21695" y="0"/>
                  </a:lnTo>
                  <a:lnTo>
                    <a:pt x="41416" y="11386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chemeClr val="dk1">
                  <a:alpha val="80000"/>
                </a:schemeClr>
              </a:outerShdw>
            </a:effectLst>
          </p:spPr>
        </p:sp>
      </p:grpSp>
    </p:spTree>
    <p:extLst>
      <p:ext uri="{BB962C8B-B14F-4D97-AF65-F5344CB8AC3E}">
        <p14:creationId xmlns:p14="http://schemas.microsoft.com/office/powerpoint/2010/main" val="4172771210"/>
      </p:ext>
    </p:extLst>
  </p:cSld>
  <p:clrMapOvr>
    <a:masterClrMapping/>
  </p:clrMapOvr>
  <p:transition spd="med">
    <p:cover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lt1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6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6"/>
          <p:cNvGrpSpPr/>
          <p:nvPr/>
        </p:nvGrpSpPr>
        <p:grpSpPr>
          <a:xfrm rot="10800000" flipH="1">
            <a:off x="-819538" y="-1022066"/>
            <a:ext cx="2675908" cy="2675908"/>
            <a:chOff x="-342728" y="4052417"/>
            <a:chExt cx="1707300" cy="1707300"/>
          </a:xfrm>
        </p:grpSpPr>
        <p:sp>
          <p:nvSpPr>
            <p:cNvPr id="193" name="Google Shape;193;p16"/>
            <p:cNvSpPr/>
            <p:nvPr/>
          </p:nvSpPr>
          <p:spPr>
            <a:xfrm>
              <a:off x="-342728" y="4052417"/>
              <a:ext cx="1707300" cy="1707300"/>
            </a:xfrm>
            <a:prstGeom prst="donut">
              <a:avLst>
                <a:gd name="adj" fmla="val 3735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-191553" y="4203593"/>
              <a:ext cx="1405200" cy="14052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" name="Google Shape;195;p16"/>
            <p:cNvSpPr/>
            <p:nvPr/>
          </p:nvSpPr>
          <p:spPr>
            <a:xfrm rot="5400000">
              <a:off x="-124863" y="4270477"/>
              <a:ext cx="1271700" cy="1271400"/>
            </a:xfrm>
            <a:prstGeom prst="blockArc">
              <a:avLst>
                <a:gd name="adj1" fmla="val 10800000"/>
                <a:gd name="adj2" fmla="val 15147279"/>
                <a:gd name="adj3" fmla="val 7633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" name="Google Shape;196;p16"/>
            <p:cNvSpPr/>
            <p:nvPr/>
          </p:nvSpPr>
          <p:spPr>
            <a:xfrm rot="10800000">
              <a:off x="-124851" y="4270327"/>
              <a:ext cx="1271700" cy="1271400"/>
            </a:xfrm>
            <a:prstGeom prst="blockArc">
              <a:avLst>
                <a:gd name="adj1" fmla="val 10800000"/>
                <a:gd name="adj2" fmla="val 13450267"/>
                <a:gd name="adj3" fmla="val 8192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97" name="Google Shape;197;p16"/>
          <p:cNvSpPr/>
          <p:nvPr/>
        </p:nvSpPr>
        <p:spPr>
          <a:xfrm>
            <a:off x="732800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198" name="Google Shape;198;p16"/>
          <p:cNvGrpSpPr/>
          <p:nvPr/>
        </p:nvGrpSpPr>
        <p:grpSpPr>
          <a:xfrm rot="10800000" flipH="1">
            <a:off x="-54333" y="5986363"/>
            <a:ext cx="6135084" cy="571167"/>
            <a:chOff x="-40750" y="147850"/>
            <a:chExt cx="4601313" cy="428375"/>
          </a:xfrm>
        </p:grpSpPr>
        <p:sp>
          <p:nvSpPr>
            <p:cNvPr id="199" name="Google Shape;199;p16"/>
            <p:cNvSpPr/>
            <p:nvPr/>
          </p:nvSpPr>
          <p:spPr>
            <a:xfrm>
              <a:off x="-40750" y="147850"/>
              <a:ext cx="2834175" cy="428375"/>
            </a:xfrm>
            <a:custGeom>
              <a:avLst/>
              <a:gdLst/>
              <a:ahLst/>
              <a:cxnLst/>
              <a:rect l="l" t="t" r="r" b="b"/>
              <a:pathLst>
                <a:path w="113367" h="17135" extrusionOk="0">
                  <a:moveTo>
                    <a:pt x="0" y="17135"/>
                  </a:moveTo>
                  <a:lnTo>
                    <a:pt x="29679" y="0"/>
                  </a:lnTo>
                  <a:lnTo>
                    <a:pt x="78377" y="0"/>
                  </a:lnTo>
                  <a:lnTo>
                    <a:pt x="91574" y="7619"/>
                  </a:lnTo>
                  <a:lnTo>
                    <a:pt x="113367" y="7619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cxnSp>
          <p:nvCxnSpPr>
            <p:cNvPr id="200" name="Google Shape;200;p16"/>
            <p:cNvCxnSpPr/>
            <p:nvPr/>
          </p:nvCxnSpPr>
          <p:spPr>
            <a:xfrm>
              <a:off x="2029463" y="214675"/>
              <a:ext cx="2531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cxnSp>
      </p:grpSp>
      <p:grpSp>
        <p:nvGrpSpPr>
          <p:cNvPr id="201" name="Google Shape;201;p16"/>
          <p:cNvGrpSpPr/>
          <p:nvPr/>
        </p:nvGrpSpPr>
        <p:grpSpPr>
          <a:xfrm rot="10800000" flipH="1">
            <a:off x="11658333" y="-195170"/>
            <a:ext cx="350000" cy="4076833"/>
            <a:chOff x="8743750" y="2154750"/>
            <a:chExt cx="262500" cy="3057625"/>
          </a:xfrm>
        </p:grpSpPr>
        <p:sp>
          <p:nvSpPr>
            <p:cNvPr id="202" name="Google Shape;202;p16"/>
            <p:cNvSpPr/>
            <p:nvPr/>
          </p:nvSpPr>
          <p:spPr>
            <a:xfrm>
              <a:off x="8772875" y="2154750"/>
              <a:ext cx="233375" cy="3057625"/>
            </a:xfrm>
            <a:custGeom>
              <a:avLst/>
              <a:gdLst/>
              <a:ahLst/>
              <a:cxnLst/>
              <a:rect l="l" t="t" r="r" b="b"/>
              <a:pathLst>
                <a:path w="9335" h="122305" extrusionOk="0">
                  <a:moveTo>
                    <a:pt x="383" y="122305"/>
                  </a:moveTo>
                  <a:lnTo>
                    <a:pt x="383" y="86148"/>
                  </a:lnTo>
                  <a:lnTo>
                    <a:pt x="9335" y="70643"/>
                  </a:lnTo>
                  <a:lnTo>
                    <a:pt x="9335" y="1616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203" name="Google Shape;203;p16"/>
            <p:cNvSpPr/>
            <p:nvPr/>
          </p:nvSpPr>
          <p:spPr>
            <a:xfrm>
              <a:off x="8743750" y="2558975"/>
              <a:ext cx="260325" cy="1020525"/>
            </a:xfrm>
            <a:custGeom>
              <a:avLst/>
              <a:gdLst/>
              <a:ahLst/>
              <a:cxnLst/>
              <a:rect l="l" t="t" r="r" b="b"/>
              <a:pathLst>
                <a:path w="10413" h="40821" extrusionOk="0">
                  <a:moveTo>
                    <a:pt x="10413" y="40821"/>
                  </a:moveTo>
                  <a:lnTo>
                    <a:pt x="0" y="2278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204" name="Google Shape;204;p16"/>
          <p:cNvSpPr txBox="1">
            <a:spLocks noGrp="1"/>
          </p:cNvSpPr>
          <p:nvPr>
            <p:ph type="title"/>
          </p:nvPr>
        </p:nvSpPr>
        <p:spPr>
          <a:xfrm>
            <a:off x="1102261" y="3720533"/>
            <a:ext cx="26672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5" name="Google Shape;205;p16"/>
          <p:cNvSpPr txBox="1">
            <a:spLocks noGrp="1"/>
          </p:cNvSpPr>
          <p:nvPr>
            <p:ph type="subTitle" idx="1"/>
          </p:nvPr>
        </p:nvSpPr>
        <p:spPr>
          <a:xfrm>
            <a:off x="1096533" y="4326236"/>
            <a:ext cx="2678800" cy="10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6" name="Google Shape;206;p16"/>
          <p:cNvSpPr txBox="1">
            <a:spLocks noGrp="1"/>
          </p:cNvSpPr>
          <p:nvPr>
            <p:ph type="title" idx="2"/>
          </p:nvPr>
        </p:nvSpPr>
        <p:spPr>
          <a:xfrm>
            <a:off x="4771147" y="3720533"/>
            <a:ext cx="26676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7" name="Google Shape;207;p16"/>
          <p:cNvSpPr txBox="1">
            <a:spLocks noGrp="1"/>
          </p:cNvSpPr>
          <p:nvPr>
            <p:ph type="subTitle" idx="3"/>
          </p:nvPr>
        </p:nvSpPr>
        <p:spPr>
          <a:xfrm>
            <a:off x="4759600" y="4326235"/>
            <a:ext cx="2678800" cy="10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8" name="Google Shape;208;p16"/>
          <p:cNvSpPr txBox="1">
            <a:spLocks noGrp="1"/>
          </p:cNvSpPr>
          <p:nvPr>
            <p:ph type="title" idx="4"/>
          </p:nvPr>
        </p:nvSpPr>
        <p:spPr>
          <a:xfrm>
            <a:off x="8422328" y="3720533"/>
            <a:ext cx="26672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subTitle" idx="5"/>
          </p:nvPr>
        </p:nvSpPr>
        <p:spPr>
          <a:xfrm>
            <a:off x="8416600" y="4326236"/>
            <a:ext cx="2678800" cy="10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title" idx="6"/>
          </p:nvPr>
        </p:nvSpPr>
        <p:spPr>
          <a:xfrm>
            <a:off x="952400" y="792827"/>
            <a:ext cx="10287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aveat"/>
                <a:ea typeface="Caveat"/>
                <a:cs typeface="Caveat"/>
                <a:sym typeface="Cave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title" idx="7" hasCustomPrompt="1"/>
          </p:nvPr>
        </p:nvSpPr>
        <p:spPr>
          <a:xfrm>
            <a:off x="1446533" y="2317160"/>
            <a:ext cx="1978800" cy="8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66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" name="Google Shape;212;p16"/>
          <p:cNvSpPr txBox="1">
            <a:spLocks noGrp="1"/>
          </p:cNvSpPr>
          <p:nvPr>
            <p:ph type="title" idx="8" hasCustomPrompt="1"/>
          </p:nvPr>
        </p:nvSpPr>
        <p:spPr>
          <a:xfrm>
            <a:off x="5106600" y="2317160"/>
            <a:ext cx="1978800" cy="8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66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3" name="Google Shape;213;p16"/>
          <p:cNvSpPr txBox="1">
            <a:spLocks noGrp="1"/>
          </p:cNvSpPr>
          <p:nvPr>
            <p:ph type="title" idx="9" hasCustomPrompt="1"/>
          </p:nvPr>
        </p:nvSpPr>
        <p:spPr>
          <a:xfrm>
            <a:off x="8766600" y="2317160"/>
            <a:ext cx="1978800" cy="8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66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202533701"/>
      </p:ext>
    </p:extLst>
  </p:cSld>
  <p:clrMapOvr>
    <a:masterClrMapping/>
  </p:clrMapOvr>
  <p:transition spd="med">
    <p:cover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bg>
      <p:bgPr>
        <a:solidFill>
          <a:schemeClr val="lt1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7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 flipH="1">
            <a:off x="12228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/>
          <p:nvPr/>
        </p:nvSpPr>
        <p:spPr>
          <a:xfrm flipH="1">
            <a:off x="745033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217" name="Google Shape;217;p17"/>
          <p:cNvGrpSpPr/>
          <p:nvPr/>
        </p:nvGrpSpPr>
        <p:grpSpPr>
          <a:xfrm flipH="1">
            <a:off x="-34500" y="221031"/>
            <a:ext cx="6119407" cy="2692267"/>
            <a:chOff x="4589495" y="165773"/>
            <a:chExt cx="4589555" cy="2019200"/>
          </a:xfrm>
        </p:grpSpPr>
        <p:sp>
          <p:nvSpPr>
            <p:cNvPr id="218" name="Google Shape;218;p17"/>
            <p:cNvSpPr/>
            <p:nvPr/>
          </p:nvSpPr>
          <p:spPr>
            <a:xfrm>
              <a:off x="6957200" y="165773"/>
              <a:ext cx="2221850" cy="2019200"/>
            </a:xfrm>
            <a:custGeom>
              <a:avLst/>
              <a:gdLst/>
              <a:ahLst/>
              <a:cxnLst/>
              <a:rect l="l" t="t" r="r" b="b"/>
              <a:pathLst>
                <a:path w="88874" h="80768" extrusionOk="0">
                  <a:moveTo>
                    <a:pt x="88874" y="80768"/>
                  </a:moveTo>
                  <a:lnTo>
                    <a:pt x="75461" y="67355"/>
                  </a:lnTo>
                  <a:lnTo>
                    <a:pt x="75461" y="16853"/>
                  </a:lnTo>
                  <a:lnTo>
                    <a:pt x="58608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cxnSp>
          <p:nvCxnSpPr>
            <p:cNvPr id="219" name="Google Shape;219;p17"/>
            <p:cNvCxnSpPr/>
            <p:nvPr/>
          </p:nvCxnSpPr>
          <p:spPr>
            <a:xfrm rot="10800000">
              <a:off x="4589495" y="354623"/>
              <a:ext cx="40239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cxnSp>
      </p:grpSp>
      <p:grpSp>
        <p:nvGrpSpPr>
          <p:cNvPr id="220" name="Google Shape;220;p17"/>
          <p:cNvGrpSpPr/>
          <p:nvPr/>
        </p:nvGrpSpPr>
        <p:grpSpPr>
          <a:xfrm flipH="1">
            <a:off x="8102803" y="6354701"/>
            <a:ext cx="4135931" cy="593167"/>
            <a:chOff x="-25875" y="4766025"/>
            <a:chExt cx="3101948" cy="444875"/>
          </a:xfrm>
        </p:grpSpPr>
        <p:sp>
          <p:nvSpPr>
            <p:cNvPr id="221" name="Google Shape;221;p17"/>
            <p:cNvSpPr/>
            <p:nvPr/>
          </p:nvSpPr>
          <p:spPr>
            <a:xfrm>
              <a:off x="711523" y="4892250"/>
              <a:ext cx="2364550" cy="318650"/>
            </a:xfrm>
            <a:custGeom>
              <a:avLst/>
              <a:gdLst/>
              <a:ahLst/>
              <a:cxnLst/>
              <a:rect l="l" t="t" r="r" b="b"/>
              <a:pathLst>
                <a:path w="94582" h="12746" extrusionOk="0">
                  <a:moveTo>
                    <a:pt x="0" y="12746"/>
                  </a:moveTo>
                  <a:lnTo>
                    <a:pt x="22077" y="0"/>
                  </a:lnTo>
                  <a:lnTo>
                    <a:pt x="94582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chemeClr val="dk1">
                  <a:alpha val="80000"/>
                </a:schemeClr>
              </a:outerShdw>
            </a:effectLst>
          </p:spPr>
        </p:sp>
        <p:sp>
          <p:nvSpPr>
            <p:cNvPr id="222" name="Google Shape;222;p17"/>
            <p:cNvSpPr/>
            <p:nvPr/>
          </p:nvSpPr>
          <p:spPr>
            <a:xfrm>
              <a:off x="-25875" y="4766025"/>
              <a:ext cx="1035400" cy="284650"/>
            </a:xfrm>
            <a:custGeom>
              <a:avLst/>
              <a:gdLst/>
              <a:ahLst/>
              <a:cxnLst/>
              <a:rect l="l" t="t" r="r" b="b"/>
              <a:pathLst>
                <a:path w="41416" h="11386" extrusionOk="0">
                  <a:moveTo>
                    <a:pt x="0" y="0"/>
                  </a:moveTo>
                  <a:lnTo>
                    <a:pt x="21695" y="0"/>
                  </a:lnTo>
                  <a:lnTo>
                    <a:pt x="41416" y="11386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chemeClr val="dk1">
                  <a:alpha val="80000"/>
                </a:schemeClr>
              </a:outerShdw>
            </a:effectLst>
          </p:spPr>
        </p:sp>
      </p:grpSp>
      <p:sp>
        <p:nvSpPr>
          <p:cNvPr id="223" name="Google Shape;223;p17"/>
          <p:cNvSpPr txBox="1">
            <a:spLocks noGrp="1"/>
          </p:cNvSpPr>
          <p:nvPr>
            <p:ph type="title"/>
          </p:nvPr>
        </p:nvSpPr>
        <p:spPr>
          <a:xfrm>
            <a:off x="952400" y="1980639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subTitle" idx="1"/>
          </p:nvPr>
        </p:nvSpPr>
        <p:spPr>
          <a:xfrm>
            <a:off x="939467" y="4427843"/>
            <a:ext cx="2992800" cy="10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 idx="2"/>
          </p:nvPr>
        </p:nvSpPr>
        <p:spPr>
          <a:xfrm>
            <a:off x="4612467" y="1980639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" name="Google Shape;226;p17"/>
          <p:cNvSpPr txBox="1">
            <a:spLocks noGrp="1"/>
          </p:cNvSpPr>
          <p:nvPr>
            <p:ph type="subTitle" idx="3"/>
          </p:nvPr>
        </p:nvSpPr>
        <p:spPr>
          <a:xfrm>
            <a:off x="4599533" y="4427843"/>
            <a:ext cx="2992800" cy="10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7" name="Google Shape;227;p17"/>
          <p:cNvSpPr txBox="1">
            <a:spLocks noGrp="1"/>
          </p:cNvSpPr>
          <p:nvPr>
            <p:ph type="title" idx="4"/>
          </p:nvPr>
        </p:nvSpPr>
        <p:spPr>
          <a:xfrm>
            <a:off x="8266067" y="1980639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8" name="Google Shape;228;p17"/>
          <p:cNvSpPr txBox="1">
            <a:spLocks noGrp="1"/>
          </p:cNvSpPr>
          <p:nvPr>
            <p:ph type="subTitle" idx="5"/>
          </p:nvPr>
        </p:nvSpPr>
        <p:spPr>
          <a:xfrm>
            <a:off x="8259600" y="4427843"/>
            <a:ext cx="2992800" cy="10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title" idx="6"/>
          </p:nvPr>
        </p:nvSpPr>
        <p:spPr>
          <a:xfrm>
            <a:off x="952400" y="792827"/>
            <a:ext cx="10287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aveat"/>
                <a:ea typeface="Caveat"/>
                <a:cs typeface="Caveat"/>
                <a:sym typeface="Cave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6832888"/>
      </p:ext>
    </p:extLst>
  </p:cSld>
  <p:clrMapOvr>
    <a:masterClrMapping/>
  </p:clrMapOvr>
  <p:transition spd="med">
    <p:cover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lt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9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19"/>
          <p:cNvGrpSpPr/>
          <p:nvPr/>
        </p:nvGrpSpPr>
        <p:grpSpPr>
          <a:xfrm rot="8100000">
            <a:off x="10119305" y="-2193685"/>
            <a:ext cx="3242495" cy="3242495"/>
            <a:chOff x="-342728" y="4052417"/>
            <a:chExt cx="1707300" cy="1707300"/>
          </a:xfrm>
        </p:grpSpPr>
        <p:sp>
          <p:nvSpPr>
            <p:cNvPr id="249" name="Google Shape;249;p19"/>
            <p:cNvSpPr/>
            <p:nvPr/>
          </p:nvSpPr>
          <p:spPr>
            <a:xfrm>
              <a:off x="-342728" y="4052417"/>
              <a:ext cx="1707300" cy="1707300"/>
            </a:xfrm>
            <a:prstGeom prst="donut">
              <a:avLst>
                <a:gd name="adj" fmla="val 3735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-191553" y="4203593"/>
              <a:ext cx="1405200" cy="14052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" name="Google Shape;251;p19"/>
            <p:cNvSpPr/>
            <p:nvPr/>
          </p:nvSpPr>
          <p:spPr>
            <a:xfrm rot="5400000">
              <a:off x="-124863" y="4270477"/>
              <a:ext cx="1271700" cy="1271400"/>
            </a:xfrm>
            <a:prstGeom prst="blockArc">
              <a:avLst>
                <a:gd name="adj1" fmla="val 10800000"/>
                <a:gd name="adj2" fmla="val 15147279"/>
                <a:gd name="adj3" fmla="val 7633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" name="Google Shape;252;p19"/>
            <p:cNvSpPr/>
            <p:nvPr/>
          </p:nvSpPr>
          <p:spPr>
            <a:xfrm rot="10800000">
              <a:off x="-124851" y="4270327"/>
              <a:ext cx="1271700" cy="1271400"/>
            </a:xfrm>
            <a:prstGeom prst="blockArc">
              <a:avLst>
                <a:gd name="adj1" fmla="val 10800000"/>
                <a:gd name="adj2" fmla="val 13450267"/>
                <a:gd name="adj3" fmla="val 8192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53" name="Google Shape;253;p19"/>
          <p:cNvGrpSpPr/>
          <p:nvPr/>
        </p:nvGrpSpPr>
        <p:grpSpPr>
          <a:xfrm>
            <a:off x="8724901" y="3186000"/>
            <a:ext cx="3575233" cy="3457533"/>
            <a:chOff x="6543675" y="2389500"/>
            <a:chExt cx="2681425" cy="2593150"/>
          </a:xfrm>
        </p:grpSpPr>
        <p:sp>
          <p:nvSpPr>
            <p:cNvPr id="254" name="Google Shape;254;p19"/>
            <p:cNvSpPr/>
            <p:nvPr/>
          </p:nvSpPr>
          <p:spPr>
            <a:xfrm>
              <a:off x="6543675" y="3634200"/>
              <a:ext cx="2681425" cy="1348450"/>
            </a:xfrm>
            <a:custGeom>
              <a:avLst/>
              <a:gdLst/>
              <a:ahLst/>
              <a:cxnLst/>
              <a:rect l="l" t="t" r="r" b="b"/>
              <a:pathLst>
                <a:path w="107257" h="53938" extrusionOk="0">
                  <a:moveTo>
                    <a:pt x="107257" y="0"/>
                  </a:moveTo>
                  <a:lnTo>
                    <a:pt x="90441" y="9709"/>
                  </a:lnTo>
                  <a:lnTo>
                    <a:pt x="90441" y="43878"/>
                  </a:lnTo>
                  <a:lnTo>
                    <a:pt x="73017" y="53938"/>
                  </a:lnTo>
                  <a:lnTo>
                    <a:pt x="0" y="5393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255" name="Google Shape;255;p19"/>
            <p:cNvSpPr/>
            <p:nvPr/>
          </p:nvSpPr>
          <p:spPr>
            <a:xfrm>
              <a:off x="8448088" y="2389500"/>
              <a:ext cx="746575" cy="1899725"/>
            </a:xfrm>
            <a:custGeom>
              <a:avLst/>
              <a:gdLst/>
              <a:ahLst/>
              <a:cxnLst/>
              <a:rect l="l" t="t" r="r" b="b"/>
              <a:pathLst>
                <a:path w="29863" h="75989" extrusionOk="0">
                  <a:moveTo>
                    <a:pt x="14748" y="75989"/>
                  </a:moveTo>
                  <a:lnTo>
                    <a:pt x="0" y="61241"/>
                  </a:lnTo>
                  <a:lnTo>
                    <a:pt x="0" y="17241"/>
                  </a:lnTo>
                  <a:lnTo>
                    <a:pt x="29863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none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grpSp>
        <p:nvGrpSpPr>
          <p:cNvPr id="256" name="Google Shape;256;p19"/>
          <p:cNvGrpSpPr/>
          <p:nvPr/>
        </p:nvGrpSpPr>
        <p:grpSpPr>
          <a:xfrm>
            <a:off x="-2010" y="-117233"/>
            <a:ext cx="552561" cy="4745333"/>
            <a:chOff x="-1508" y="-87925"/>
            <a:chExt cx="414421" cy="3559000"/>
          </a:xfrm>
        </p:grpSpPr>
        <p:sp>
          <p:nvSpPr>
            <p:cNvPr id="257" name="Google Shape;257;p19"/>
            <p:cNvSpPr/>
            <p:nvPr/>
          </p:nvSpPr>
          <p:spPr>
            <a:xfrm>
              <a:off x="-1508" y="1185750"/>
              <a:ext cx="396850" cy="2285325"/>
            </a:xfrm>
            <a:custGeom>
              <a:avLst/>
              <a:gdLst/>
              <a:ahLst/>
              <a:cxnLst/>
              <a:rect l="l" t="t" r="r" b="b"/>
              <a:pathLst>
                <a:path w="15874" h="91413" extrusionOk="0">
                  <a:moveTo>
                    <a:pt x="0" y="91413"/>
                  </a:moveTo>
                  <a:lnTo>
                    <a:pt x="15874" y="82248"/>
                  </a:lnTo>
                  <a:lnTo>
                    <a:pt x="15874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258" name="Google Shape;258;p19"/>
            <p:cNvSpPr/>
            <p:nvPr/>
          </p:nvSpPr>
          <p:spPr>
            <a:xfrm>
              <a:off x="258713" y="-87925"/>
              <a:ext cx="154200" cy="1578375"/>
            </a:xfrm>
            <a:custGeom>
              <a:avLst/>
              <a:gdLst/>
              <a:ahLst/>
              <a:cxnLst/>
              <a:rect l="l" t="t" r="r" b="b"/>
              <a:pathLst>
                <a:path w="6168" h="63135" extrusionOk="0">
                  <a:moveTo>
                    <a:pt x="6168" y="63135"/>
                  </a:moveTo>
                  <a:lnTo>
                    <a:pt x="0" y="52452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none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259" name="Google Shape;259;p19"/>
          <p:cNvSpPr/>
          <p:nvPr/>
        </p:nvSpPr>
        <p:spPr>
          <a:xfrm>
            <a:off x="732800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0" name="Google Shape;260;p19"/>
          <p:cNvSpPr txBox="1">
            <a:spLocks noGrp="1"/>
          </p:cNvSpPr>
          <p:nvPr>
            <p:ph type="title"/>
          </p:nvPr>
        </p:nvSpPr>
        <p:spPr>
          <a:xfrm>
            <a:off x="945933" y="2469760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61" name="Google Shape;261;p19"/>
          <p:cNvSpPr txBox="1">
            <a:spLocks noGrp="1"/>
          </p:cNvSpPr>
          <p:nvPr>
            <p:ph type="subTitle" idx="1"/>
          </p:nvPr>
        </p:nvSpPr>
        <p:spPr>
          <a:xfrm>
            <a:off x="939533" y="2943900"/>
            <a:ext cx="2992800" cy="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2" name="Google Shape;262;p19"/>
          <p:cNvSpPr txBox="1">
            <a:spLocks noGrp="1"/>
          </p:cNvSpPr>
          <p:nvPr>
            <p:ph type="title" idx="2"/>
          </p:nvPr>
        </p:nvSpPr>
        <p:spPr>
          <a:xfrm>
            <a:off x="4606000" y="2469760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63" name="Google Shape;263;p19"/>
          <p:cNvSpPr txBox="1">
            <a:spLocks noGrp="1"/>
          </p:cNvSpPr>
          <p:nvPr>
            <p:ph type="subTitle" idx="3"/>
          </p:nvPr>
        </p:nvSpPr>
        <p:spPr>
          <a:xfrm>
            <a:off x="4599600" y="2943900"/>
            <a:ext cx="2992800" cy="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4" name="Google Shape;264;p19"/>
          <p:cNvSpPr txBox="1">
            <a:spLocks noGrp="1"/>
          </p:cNvSpPr>
          <p:nvPr>
            <p:ph type="title" idx="4"/>
          </p:nvPr>
        </p:nvSpPr>
        <p:spPr>
          <a:xfrm>
            <a:off x="8266067" y="2469760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65" name="Google Shape;265;p19"/>
          <p:cNvSpPr txBox="1">
            <a:spLocks noGrp="1"/>
          </p:cNvSpPr>
          <p:nvPr>
            <p:ph type="subTitle" idx="5"/>
          </p:nvPr>
        </p:nvSpPr>
        <p:spPr>
          <a:xfrm>
            <a:off x="8259667" y="2943900"/>
            <a:ext cx="2992800" cy="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6" name="Google Shape;266;p19"/>
          <p:cNvSpPr txBox="1">
            <a:spLocks noGrp="1"/>
          </p:cNvSpPr>
          <p:nvPr>
            <p:ph type="title" idx="6"/>
          </p:nvPr>
        </p:nvSpPr>
        <p:spPr>
          <a:xfrm>
            <a:off x="952400" y="792827"/>
            <a:ext cx="10287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aveat"/>
                <a:ea typeface="Caveat"/>
                <a:cs typeface="Caveat"/>
                <a:sym typeface="Cave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 idx="7"/>
          </p:nvPr>
        </p:nvSpPr>
        <p:spPr>
          <a:xfrm>
            <a:off x="945933" y="4695993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subTitle" idx="8"/>
          </p:nvPr>
        </p:nvSpPr>
        <p:spPr>
          <a:xfrm>
            <a:off x="939533" y="5170133"/>
            <a:ext cx="2992800" cy="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9" name="Google Shape;269;p19"/>
          <p:cNvSpPr txBox="1">
            <a:spLocks noGrp="1"/>
          </p:cNvSpPr>
          <p:nvPr>
            <p:ph type="title" idx="9"/>
          </p:nvPr>
        </p:nvSpPr>
        <p:spPr>
          <a:xfrm>
            <a:off x="4606000" y="4695993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0" name="Google Shape;270;p19"/>
          <p:cNvSpPr txBox="1">
            <a:spLocks noGrp="1"/>
          </p:cNvSpPr>
          <p:nvPr>
            <p:ph type="subTitle" idx="13"/>
          </p:nvPr>
        </p:nvSpPr>
        <p:spPr>
          <a:xfrm>
            <a:off x="4599600" y="5170133"/>
            <a:ext cx="2992800" cy="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1" name="Google Shape;271;p19"/>
          <p:cNvSpPr txBox="1">
            <a:spLocks noGrp="1"/>
          </p:cNvSpPr>
          <p:nvPr>
            <p:ph type="title" idx="14"/>
          </p:nvPr>
        </p:nvSpPr>
        <p:spPr>
          <a:xfrm>
            <a:off x="8266067" y="4695993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2" name="Google Shape;272;p19"/>
          <p:cNvSpPr txBox="1">
            <a:spLocks noGrp="1"/>
          </p:cNvSpPr>
          <p:nvPr>
            <p:ph type="subTitle" idx="15"/>
          </p:nvPr>
        </p:nvSpPr>
        <p:spPr>
          <a:xfrm>
            <a:off x="8259667" y="5170133"/>
            <a:ext cx="2992800" cy="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5500060"/>
      </p:ext>
    </p:extLst>
  </p:cSld>
  <p:clrMapOvr>
    <a:masterClrMapping/>
  </p:clrMapOvr>
  <p:transition spd="med">
    <p:cover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0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" name="Google Shape;275;p20"/>
          <p:cNvGrpSpPr/>
          <p:nvPr/>
        </p:nvGrpSpPr>
        <p:grpSpPr>
          <a:xfrm>
            <a:off x="8716367" y="2300067"/>
            <a:ext cx="3195760" cy="4634200"/>
            <a:chOff x="6537275" y="1725050"/>
            <a:chExt cx="2396820" cy="3475650"/>
          </a:xfrm>
        </p:grpSpPr>
        <p:sp>
          <p:nvSpPr>
            <p:cNvPr id="276" name="Google Shape;276;p20"/>
            <p:cNvSpPr/>
            <p:nvPr/>
          </p:nvSpPr>
          <p:spPr>
            <a:xfrm>
              <a:off x="6537275" y="2558975"/>
              <a:ext cx="2392450" cy="2641725"/>
            </a:xfrm>
            <a:custGeom>
              <a:avLst/>
              <a:gdLst/>
              <a:ahLst/>
              <a:cxnLst/>
              <a:rect l="l" t="t" r="r" b="b"/>
              <a:pathLst>
                <a:path w="95698" h="105669" extrusionOk="0">
                  <a:moveTo>
                    <a:pt x="0" y="105669"/>
                  </a:moveTo>
                  <a:lnTo>
                    <a:pt x="12480" y="93189"/>
                  </a:lnTo>
                  <a:lnTo>
                    <a:pt x="82810" y="93189"/>
                  </a:lnTo>
                  <a:lnTo>
                    <a:pt x="95698" y="80302"/>
                  </a:lnTo>
                  <a:lnTo>
                    <a:pt x="95698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277" name="Google Shape;277;p20"/>
            <p:cNvSpPr/>
            <p:nvPr/>
          </p:nvSpPr>
          <p:spPr>
            <a:xfrm>
              <a:off x="8712495" y="1725050"/>
              <a:ext cx="221600" cy="1708675"/>
            </a:xfrm>
            <a:custGeom>
              <a:avLst/>
              <a:gdLst/>
              <a:ahLst/>
              <a:cxnLst/>
              <a:rect l="l" t="t" r="r" b="b"/>
              <a:pathLst>
                <a:path w="8864" h="68347" extrusionOk="0">
                  <a:moveTo>
                    <a:pt x="8864" y="68347"/>
                  </a:moveTo>
                  <a:lnTo>
                    <a:pt x="0" y="59483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278" name="Google Shape;278;p20"/>
          <p:cNvSpPr txBox="1">
            <a:spLocks noGrp="1"/>
          </p:cNvSpPr>
          <p:nvPr>
            <p:ph type="title"/>
          </p:nvPr>
        </p:nvSpPr>
        <p:spPr>
          <a:xfrm>
            <a:off x="945433" y="2152267"/>
            <a:ext cx="2756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9" name="Google Shape;279;p20"/>
          <p:cNvSpPr txBox="1">
            <a:spLocks noGrp="1"/>
          </p:cNvSpPr>
          <p:nvPr>
            <p:ph type="subTitle" idx="1"/>
          </p:nvPr>
        </p:nvSpPr>
        <p:spPr>
          <a:xfrm>
            <a:off x="939533" y="2626407"/>
            <a:ext cx="2756000" cy="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0" name="Google Shape;280;p20"/>
          <p:cNvSpPr txBox="1">
            <a:spLocks noGrp="1"/>
          </p:cNvSpPr>
          <p:nvPr>
            <p:ph type="title" idx="2"/>
          </p:nvPr>
        </p:nvSpPr>
        <p:spPr>
          <a:xfrm>
            <a:off x="8477900" y="2152267"/>
            <a:ext cx="2756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3"/>
          </p:nvPr>
        </p:nvSpPr>
        <p:spPr>
          <a:xfrm>
            <a:off x="8483600" y="2626407"/>
            <a:ext cx="2756000" cy="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title" idx="4"/>
          </p:nvPr>
        </p:nvSpPr>
        <p:spPr>
          <a:xfrm>
            <a:off x="952400" y="792827"/>
            <a:ext cx="10287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3" name="Google Shape;283;p20"/>
          <p:cNvSpPr txBox="1">
            <a:spLocks noGrp="1"/>
          </p:cNvSpPr>
          <p:nvPr>
            <p:ph type="title" idx="5"/>
          </p:nvPr>
        </p:nvSpPr>
        <p:spPr>
          <a:xfrm>
            <a:off x="945433" y="4162600"/>
            <a:ext cx="2756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4" name="Google Shape;284;p20"/>
          <p:cNvSpPr txBox="1">
            <a:spLocks noGrp="1"/>
          </p:cNvSpPr>
          <p:nvPr>
            <p:ph type="subTitle" idx="6"/>
          </p:nvPr>
        </p:nvSpPr>
        <p:spPr>
          <a:xfrm>
            <a:off x="939533" y="4636735"/>
            <a:ext cx="2756000" cy="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5" name="Google Shape;285;p20"/>
          <p:cNvSpPr txBox="1">
            <a:spLocks noGrp="1"/>
          </p:cNvSpPr>
          <p:nvPr>
            <p:ph type="title" idx="7"/>
          </p:nvPr>
        </p:nvSpPr>
        <p:spPr>
          <a:xfrm>
            <a:off x="8477900" y="4162600"/>
            <a:ext cx="2756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6" name="Google Shape;286;p20"/>
          <p:cNvSpPr txBox="1">
            <a:spLocks noGrp="1"/>
          </p:cNvSpPr>
          <p:nvPr>
            <p:ph type="subTitle" idx="8"/>
          </p:nvPr>
        </p:nvSpPr>
        <p:spPr>
          <a:xfrm>
            <a:off x="8483600" y="4636735"/>
            <a:ext cx="2756000" cy="7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4973324"/>
      </p:ext>
    </p:extLst>
  </p:cSld>
  <p:clrMapOvr>
    <a:masterClrMapping/>
  </p:clrMapOvr>
  <p:transition spd="med">
    <p:cover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3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>
            <a:spLocks noGrp="1"/>
          </p:cNvSpPr>
          <p:nvPr>
            <p:ph type="title"/>
          </p:nvPr>
        </p:nvSpPr>
        <p:spPr>
          <a:xfrm>
            <a:off x="6955299" y="2117200"/>
            <a:ext cx="3828400" cy="13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0" name="Google Shape;320;p23"/>
          <p:cNvSpPr txBox="1">
            <a:spLocks noGrp="1"/>
          </p:cNvSpPr>
          <p:nvPr>
            <p:ph type="subTitle" idx="1"/>
          </p:nvPr>
        </p:nvSpPr>
        <p:spPr>
          <a:xfrm>
            <a:off x="7235867" y="3495967"/>
            <a:ext cx="3548000" cy="1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321" name="Google Shape;321;p23"/>
          <p:cNvGrpSpPr/>
          <p:nvPr/>
        </p:nvGrpSpPr>
        <p:grpSpPr>
          <a:xfrm rot="10800000" flipH="1">
            <a:off x="6080533" y="6027934"/>
            <a:ext cx="6166000" cy="512100"/>
            <a:chOff x="4560400" y="145475"/>
            <a:chExt cx="4624500" cy="384075"/>
          </a:xfrm>
        </p:grpSpPr>
        <p:sp>
          <p:nvSpPr>
            <p:cNvPr id="322" name="Google Shape;322;p23"/>
            <p:cNvSpPr/>
            <p:nvPr/>
          </p:nvSpPr>
          <p:spPr>
            <a:xfrm>
              <a:off x="6257400" y="284625"/>
              <a:ext cx="2927500" cy="239350"/>
            </a:xfrm>
            <a:custGeom>
              <a:avLst/>
              <a:gdLst/>
              <a:ahLst/>
              <a:cxnLst/>
              <a:rect l="l" t="t" r="r" b="b"/>
              <a:pathLst>
                <a:path w="117100" h="9574" extrusionOk="0">
                  <a:moveTo>
                    <a:pt x="117100" y="0"/>
                  </a:moveTo>
                  <a:lnTo>
                    <a:pt x="87475" y="0"/>
                  </a:lnTo>
                  <a:lnTo>
                    <a:pt x="70892" y="9574"/>
                  </a:lnTo>
                  <a:lnTo>
                    <a:pt x="0" y="9574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323" name="Google Shape;323;p23"/>
            <p:cNvSpPr/>
            <p:nvPr/>
          </p:nvSpPr>
          <p:spPr>
            <a:xfrm>
              <a:off x="4560400" y="145475"/>
              <a:ext cx="2840000" cy="384075"/>
            </a:xfrm>
            <a:custGeom>
              <a:avLst/>
              <a:gdLst/>
              <a:ahLst/>
              <a:cxnLst/>
              <a:rect l="l" t="t" r="r" b="b"/>
              <a:pathLst>
                <a:path w="113600" h="15363" extrusionOk="0">
                  <a:moveTo>
                    <a:pt x="113600" y="15363"/>
                  </a:moveTo>
                  <a:lnTo>
                    <a:pt x="86990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324" name="Google Shape;324;p23"/>
          <p:cNvSpPr/>
          <p:nvPr/>
        </p:nvSpPr>
        <p:spPr>
          <a:xfrm rot="10800000" flipH="1">
            <a:off x="-15467" y="4270667"/>
            <a:ext cx="288267" cy="1710600"/>
          </a:xfrm>
          <a:custGeom>
            <a:avLst/>
            <a:gdLst/>
            <a:ahLst/>
            <a:cxnLst/>
            <a:rect l="l" t="t" r="r" b="b"/>
            <a:pathLst>
              <a:path w="8648" h="51318" extrusionOk="0">
                <a:moveTo>
                  <a:pt x="0" y="51318"/>
                </a:moveTo>
                <a:lnTo>
                  <a:pt x="8648" y="46325"/>
                </a:lnTo>
                <a:lnTo>
                  <a:pt x="8648" y="0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  <a:effectLst>
            <a:outerShdw blurRad="114300" algn="bl" rotWithShape="0">
              <a:srgbClr val="FFFFFF">
                <a:alpha val="8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483689404"/>
      </p:ext>
    </p:extLst>
  </p:cSld>
  <p:clrMapOvr>
    <a:masterClrMapping/>
  </p:clrMapOvr>
  <p:transition spd="med">
    <p:cover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lt1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5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p25"/>
          <p:cNvGrpSpPr/>
          <p:nvPr/>
        </p:nvGrpSpPr>
        <p:grpSpPr>
          <a:xfrm rot="6576849" flipH="1">
            <a:off x="-1775935" y="1777233"/>
            <a:ext cx="2675929" cy="2675929"/>
            <a:chOff x="-342728" y="4052417"/>
            <a:chExt cx="1707300" cy="1707300"/>
          </a:xfrm>
        </p:grpSpPr>
        <p:sp>
          <p:nvSpPr>
            <p:cNvPr id="336" name="Google Shape;336;p25"/>
            <p:cNvSpPr/>
            <p:nvPr/>
          </p:nvSpPr>
          <p:spPr>
            <a:xfrm>
              <a:off x="-342728" y="4052417"/>
              <a:ext cx="1707300" cy="1707300"/>
            </a:xfrm>
            <a:prstGeom prst="donut">
              <a:avLst>
                <a:gd name="adj" fmla="val 3735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-191553" y="4203593"/>
              <a:ext cx="1405200" cy="14052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8" name="Google Shape;338;p25"/>
            <p:cNvSpPr/>
            <p:nvPr/>
          </p:nvSpPr>
          <p:spPr>
            <a:xfrm rot="5400000">
              <a:off x="-124863" y="4270477"/>
              <a:ext cx="1271700" cy="1271400"/>
            </a:xfrm>
            <a:prstGeom prst="blockArc">
              <a:avLst>
                <a:gd name="adj1" fmla="val 10800000"/>
                <a:gd name="adj2" fmla="val 15147279"/>
                <a:gd name="adj3" fmla="val 7633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9" name="Google Shape;339;p25"/>
            <p:cNvSpPr/>
            <p:nvPr/>
          </p:nvSpPr>
          <p:spPr>
            <a:xfrm rot="10800000">
              <a:off x="-124851" y="4270327"/>
              <a:ext cx="1271700" cy="1271400"/>
            </a:xfrm>
            <a:prstGeom prst="blockArc">
              <a:avLst>
                <a:gd name="adj1" fmla="val 10800000"/>
                <a:gd name="adj2" fmla="val 13450267"/>
                <a:gd name="adj3" fmla="val 8192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340" name="Google Shape;340;p25"/>
          <p:cNvGrpSpPr/>
          <p:nvPr/>
        </p:nvGrpSpPr>
        <p:grpSpPr>
          <a:xfrm flipH="1">
            <a:off x="5959841" y="6417586"/>
            <a:ext cx="5906700" cy="555481"/>
            <a:chOff x="142025" y="4813189"/>
            <a:chExt cx="4430025" cy="416611"/>
          </a:xfrm>
        </p:grpSpPr>
        <p:sp>
          <p:nvSpPr>
            <p:cNvPr id="341" name="Google Shape;341;p25"/>
            <p:cNvSpPr/>
            <p:nvPr/>
          </p:nvSpPr>
          <p:spPr>
            <a:xfrm>
              <a:off x="142025" y="4885350"/>
              <a:ext cx="4430025" cy="344450"/>
            </a:xfrm>
            <a:custGeom>
              <a:avLst/>
              <a:gdLst/>
              <a:ahLst/>
              <a:cxnLst/>
              <a:rect l="l" t="t" r="r" b="b"/>
              <a:pathLst>
                <a:path w="177201" h="13778" extrusionOk="0">
                  <a:moveTo>
                    <a:pt x="0" y="13778"/>
                  </a:moveTo>
                  <a:lnTo>
                    <a:pt x="23865" y="0"/>
                  </a:lnTo>
                  <a:lnTo>
                    <a:pt x="73379" y="0"/>
                  </a:lnTo>
                  <a:lnTo>
                    <a:pt x="79019" y="5640"/>
                  </a:lnTo>
                  <a:lnTo>
                    <a:pt x="96325" y="5640"/>
                  </a:lnTo>
                  <a:lnTo>
                    <a:pt x="99866" y="2099"/>
                  </a:lnTo>
                  <a:lnTo>
                    <a:pt x="177201" y="2099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342" name="Google Shape;342;p25"/>
            <p:cNvSpPr/>
            <p:nvPr/>
          </p:nvSpPr>
          <p:spPr>
            <a:xfrm>
              <a:off x="2038975" y="4813189"/>
              <a:ext cx="1783375" cy="155350"/>
            </a:xfrm>
            <a:custGeom>
              <a:avLst/>
              <a:gdLst/>
              <a:ahLst/>
              <a:cxnLst/>
              <a:rect l="l" t="t" r="r" b="b"/>
              <a:pathLst>
                <a:path w="71335" h="6214" extrusionOk="0">
                  <a:moveTo>
                    <a:pt x="0" y="6214"/>
                  </a:moveTo>
                  <a:lnTo>
                    <a:pt x="10763" y="0"/>
                  </a:lnTo>
                  <a:lnTo>
                    <a:pt x="7133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343" name="Google Shape;343;p25"/>
          <p:cNvSpPr/>
          <p:nvPr/>
        </p:nvSpPr>
        <p:spPr>
          <a:xfrm>
            <a:off x="732800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44" name="Google Shape;344;p25"/>
          <p:cNvSpPr txBox="1">
            <a:spLocks noGrp="1"/>
          </p:cNvSpPr>
          <p:nvPr>
            <p:ph type="title"/>
          </p:nvPr>
        </p:nvSpPr>
        <p:spPr>
          <a:xfrm>
            <a:off x="1034517" y="4245000"/>
            <a:ext cx="26028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5" name="Google Shape;345;p25"/>
          <p:cNvSpPr txBox="1">
            <a:spLocks noGrp="1"/>
          </p:cNvSpPr>
          <p:nvPr>
            <p:ph type="subTitle" idx="1"/>
          </p:nvPr>
        </p:nvSpPr>
        <p:spPr>
          <a:xfrm>
            <a:off x="1028917" y="4719139"/>
            <a:ext cx="2614000" cy="10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46" name="Google Shape;346;p25"/>
          <p:cNvSpPr txBox="1">
            <a:spLocks noGrp="1"/>
          </p:cNvSpPr>
          <p:nvPr>
            <p:ph type="title" idx="2"/>
          </p:nvPr>
        </p:nvSpPr>
        <p:spPr>
          <a:xfrm>
            <a:off x="4791800" y="4245000"/>
            <a:ext cx="26028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7" name="Google Shape;347;p25"/>
          <p:cNvSpPr txBox="1">
            <a:spLocks noGrp="1"/>
          </p:cNvSpPr>
          <p:nvPr>
            <p:ph type="subTitle" idx="3"/>
          </p:nvPr>
        </p:nvSpPr>
        <p:spPr>
          <a:xfrm>
            <a:off x="4786200" y="4719136"/>
            <a:ext cx="2614000" cy="10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48" name="Google Shape;348;p25"/>
          <p:cNvSpPr txBox="1">
            <a:spLocks noGrp="1"/>
          </p:cNvSpPr>
          <p:nvPr>
            <p:ph type="title" idx="4"/>
          </p:nvPr>
        </p:nvSpPr>
        <p:spPr>
          <a:xfrm>
            <a:off x="8554684" y="4245000"/>
            <a:ext cx="26028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9" name="Google Shape;349;p25"/>
          <p:cNvSpPr txBox="1">
            <a:spLocks noGrp="1"/>
          </p:cNvSpPr>
          <p:nvPr>
            <p:ph type="subTitle" idx="5"/>
          </p:nvPr>
        </p:nvSpPr>
        <p:spPr>
          <a:xfrm>
            <a:off x="8549084" y="4719139"/>
            <a:ext cx="2614000" cy="10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0" name="Google Shape;350;p25"/>
          <p:cNvSpPr txBox="1">
            <a:spLocks noGrp="1"/>
          </p:cNvSpPr>
          <p:nvPr>
            <p:ph type="title" idx="6"/>
          </p:nvPr>
        </p:nvSpPr>
        <p:spPr>
          <a:xfrm>
            <a:off x="952400" y="792827"/>
            <a:ext cx="10287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aveat"/>
                <a:ea typeface="Caveat"/>
                <a:cs typeface="Caveat"/>
                <a:sym typeface="Cave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1" name="Google Shape;351;p25"/>
          <p:cNvSpPr txBox="1">
            <a:spLocks noGrp="1"/>
          </p:cNvSpPr>
          <p:nvPr>
            <p:ph type="title" idx="7" hasCustomPrompt="1"/>
          </p:nvPr>
        </p:nvSpPr>
        <p:spPr>
          <a:xfrm>
            <a:off x="1346517" y="2767648"/>
            <a:ext cx="1978800" cy="8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52" name="Google Shape;352;p25"/>
          <p:cNvSpPr txBox="1">
            <a:spLocks noGrp="1"/>
          </p:cNvSpPr>
          <p:nvPr>
            <p:ph type="title" idx="8" hasCustomPrompt="1"/>
          </p:nvPr>
        </p:nvSpPr>
        <p:spPr>
          <a:xfrm>
            <a:off x="5103800" y="2767648"/>
            <a:ext cx="1978800" cy="8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53" name="Google Shape;353;p25"/>
          <p:cNvSpPr txBox="1">
            <a:spLocks noGrp="1"/>
          </p:cNvSpPr>
          <p:nvPr>
            <p:ph type="title" idx="9" hasCustomPrompt="1"/>
          </p:nvPr>
        </p:nvSpPr>
        <p:spPr>
          <a:xfrm>
            <a:off x="8866684" y="2767648"/>
            <a:ext cx="1978800" cy="8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810993122"/>
      </p:ext>
    </p:extLst>
  </p:cSld>
  <p:clrMapOvr>
    <a:masterClrMapping/>
  </p:clrMapOvr>
  <p:transition spd="med">
    <p:cover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bg>
      <p:bgPr>
        <a:solidFill>
          <a:schemeClr val="lt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6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26"/>
          <p:cNvGrpSpPr/>
          <p:nvPr/>
        </p:nvGrpSpPr>
        <p:grpSpPr>
          <a:xfrm rot="10800000" flipH="1">
            <a:off x="-819538" y="-1606266"/>
            <a:ext cx="2675908" cy="2675908"/>
            <a:chOff x="-342728" y="4052417"/>
            <a:chExt cx="1707300" cy="1707300"/>
          </a:xfrm>
        </p:grpSpPr>
        <p:sp>
          <p:nvSpPr>
            <p:cNvPr id="357" name="Google Shape;357;p26"/>
            <p:cNvSpPr/>
            <p:nvPr/>
          </p:nvSpPr>
          <p:spPr>
            <a:xfrm>
              <a:off x="-342728" y="4052417"/>
              <a:ext cx="1707300" cy="1707300"/>
            </a:xfrm>
            <a:prstGeom prst="donut">
              <a:avLst>
                <a:gd name="adj" fmla="val 3735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-191553" y="4203593"/>
              <a:ext cx="1405200" cy="14052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9" name="Google Shape;359;p26"/>
            <p:cNvSpPr/>
            <p:nvPr/>
          </p:nvSpPr>
          <p:spPr>
            <a:xfrm rot="5400000">
              <a:off x="-124863" y="4270477"/>
              <a:ext cx="1271700" cy="1271400"/>
            </a:xfrm>
            <a:prstGeom prst="blockArc">
              <a:avLst>
                <a:gd name="adj1" fmla="val 10800000"/>
                <a:gd name="adj2" fmla="val 15147279"/>
                <a:gd name="adj3" fmla="val 7633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0" name="Google Shape;360;p26"/>
            <p:cNvSpPr/>
            <p:nvPr/>
          </p:nvSpPr>
          <p:spPr>
            <a:xfrm rot="10800000">
              <a:off x="-124851" y="4270327"/>
              <a:ext cx="1271700" cy="1271400"/>
            </a:xfrm>
            <a:prstGeom prst="blockArc">
              <a:avLst>
                <a:gd name="adj1" fmla="val 10800000"/>
                <a:gd name="adj2" fmla="val 13450267"/>
                <a:gd name="adj3" fmla="val 8192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361" name="Google Shape;361;p26"/>
          <p:cNvSpPr/>
          <p:nvPr/>
        </p:nvSpPr>
        <p:spPr>
          <a:xfrm>
            <a:off x="732800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362" name="Google Shape;362;p26"/>
          <p:cNvGrpSpPr/>
          <p:nvPr/>
        </p:nvGrpSpPr>
        <p:grpSpPr>
          <a:xfrm rot="10800000" flipH="1">
            <a:off x="-54333" y="6011763"/>
            <a:ext cx="6135084" cy="571167"/>
            <a:chOff x="-40750" y="147850"/>
            <a:chExt cx="4601313" cy="428375"/>
          </a:xfrm>
        </p:grpSpPr>
        <p:sp>
          <p:nvSpPr>
            <p:cNvPr id="363" name="Google Shape;363;p26"/>
            <p:cNvSpPr/>
            <p:nvPr/>
          </p:nvSpPr>
          <p:spPr>
            <a:xfrm>
              <a:off x="-40750" y="147850"/>
              <a:ext cx="2834175" cy="428375"/>
            </a:xfrm>
            <a:custGeom>
              <a:avLst/>
              <a:gdLst/>
              <a:ahLst/>
              <a:cxnLst/>
              <a:rect l="l" t="t" r="r" b="b"/>
              <a:pathLst>
                <a:path w="113367" h="17135" extrusionOk="0">
                  <a:moveTo>
                    <a:pt x="0" y="17135"/>
                  </a:moveTo>
                  <a:lnTo>
                    <a:pt x="29679" y="0"/>
                  </a:lnTo>
                  <a:lnTo>
                    <a:pt x="78377" y="0"/>
                  </a:lnTo>
                  <a:lnTo>
                    <a:pt x="91574" y="7619"/>
                  </a:lnTo>
                  <a:lnTo>
                    <a:pt x="113367" y="7619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cxnSp>
          <p:nvCxnSpPr>
            <p:cNvPr id="364" name="Google Shape;364;p26"/>
            <p:cNvCxnSpPr/>
            <p:nvPr/>
          </p:nvCxnSpPr>
          <p:spPr>
            <a:xfrm>
              <a:off x="2029463" y="214675"/>
              <a:ext cx="2531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cxnSp>
      </p:grpSp>
      <p:grpSp>
        <p:nvGrpSpPr>
          <p:cNvPr id="365" name="Google Shape;365;p26"/>
          <p:cNvGrpSpPr/>
          <p:nvPr/>
        </p:nvGrpSpPr>
        <p:grpSpPr>
          <a:xfrm rot="10800000" flipH="1">
            <a:off x="11658333" y="-169770"/>
            <a:ext cx="350000" cy="4076833"/>
            <a:chOff x="8743750" y="2154750"/>
            <a:chExt cx="262500" cy="3057625"/>
          </a:xfrm>
        </p:grpSpPr>
        <p:sp>
          <p:nvSpPr>
            <p:cNvPr id="366" name="Google Shape;366;p26"/>
            <p:cNvSpPr/>
            <p:nvPr/>
          </p:nvSpPr>
          <p:spPr>
            <a:xfrm>
              <a:off x="8772875" y="2154750"/>
              <a:ext cx="233375" cy="3057625"/>
            </a:xfrm>
            <a:custGeom>
              <a:avLst/>
              <a:gdLst/>
              <a:ahLst/>
              <a:cxnLst/>
              <a:rect l="l" t="t" r="r" b="b"/>
              <a:pathLst>
                <a:path w="9335" h="122305" extrusionOk="0">
                  <a:moveTo>
                    <a:pt x="383" y="122305"/>
                  </a:moveTo>
                  <a:lnTo>
                    <a:pt x="383" y="86148"/>
                  </a:lnTo>
                  <a:lnTo>
                    <a:pt x="9335" y="70643"/>
                  </a:lnTo>
                  <a:lnTo>
                    <a:pt x="9335" y="1616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367" name="Google Shape;367;p26"/>
            <p:cNvSpPr/>
            <p:nvPr/>
          </p:nvSpPr>
          <p:spPr>
            <a:xfrm>
              <a:off x="8743750" y="2558975"/>
              <a:ext cx="260325" cy="1020525"/>
            </a:xfrm>
            <a:custGeom>
              <a:avLst/>
              <a:gdLst/>
              <a:ahLst/>
              <a:cxnLst/>
              <a:rect l="l" t="t" r="r" b="b"/>
              <a:pathLst>
                <a:path w="10413" h="40821" extrusionOk="0">
                  <a:moveTo>
                    <a:pt x="10413" y="40821"/>
                  </a:moveTo>
                  <a:lnTo>
                    <a:pt x="0" y="2278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368" name="Google Shape;368;p26"/>
          <p:cNvSpPr txBox="1">
            <a:spLocks noGrp="1"/>
          </p:cNvSpPr>
          <p:nvPr>
            <p:ph type="title"/>
          </p:nvPr>
        </p:nvSpPr>
        <p:spPr>
          <a:xfrm>
            <a:off x="959233" y="3736421"/>
            <a:ext cx="3182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69" name="Google Shape;369;p26"/>
          <p:cNvSpPr txBox="1">
            <a:spLocks noGrp="1"/>
          </p:cNvSpPr>
          <p:nvPr>
            <p:ph type="subTitle" idx="1"/>
          </p:nvPr>
        </p:nvSpPr>
        <p:spPr>
          <a:xfrm>
            <a:off x="952400" y="4274067"/>
            <a:ext cx="3195200" cy="8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70" name="Google Shape;370;p26"/>
          <p:cNvSpPr txBox="1">
            <a:spLocks noGrp="1"/>
          </p:cNvSpPr>
          <p:nvPr>
            <p:ph type="title" idx="2"/>
          </p:nvPr>
        </p:nvSpPr>
        <p:spPr>
          <a:xfrm>
            <a:off x="4505221" y="3736421"/>
            <a:ext cx="3182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71" name="Google Shape;371;p26"/>
          <p:cNvSpPr txBox="1">
            <a:spLocks noGrp="1"/>
          </p:cNvSpPr>
          <p:nvPr>
            <p:ph type="subTitle" idx="3"/>
          </p:nvPr>
        </p:nvSpPr>
        <p:spPr>
          <a:xfrm>
            <a:off x="4498385" y="4274067"/>
            <a:ext cx="3195200" cy="8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72" name="Google Shape;372;p26"/>
          <p:cNvSpPr txBox="1">
            <a:spLocks noGrp="1"/>
          </p:cNvSpPr>
          <p:nvPr>
            <p:ph type="title" idx="4"/>
          </p:nvPr>
        </p:nvSpPr>
        <p:spPr>
          <a:xfrm>
            <a:off x="8051243" y="3736421"/>
            <a:ext cx="3182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73" name="Google Shape;373;p26"/>
          <p:cNvSpPr txBox="1">
            <a:spLocks noGrp="1"/>
          </p:cNvSpPr>
          <p:nvPr>
            <p:ph type="subTitle" idx="5"/>
          </p:nvPr>
        </p:nvSpPr>
        <p:spPr>
          <a:xfrm>
            <a:off x="8044403" y="4274067"/>
            <a:ext cx="3195200" cy="8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74" name="Google Shape;374;p26"/>
          <p:cNvSpPr txBox="1">
            <a:spLocks noGrp="1"/>
          </p:cNvSpPr>
          <p:nvPr>
            <p:ph type="title" idx="6"/>
          </p:nvPr>
        </p:nvSpPr>
        <p:spPr>
          <a:xfrm>
            <a:off x="952400" y="792827"/>
            <a:ext cx="10287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75" name="Google Shape;375;p26"/>
          <p:cNvSpPr txBox="1">
            <a:spLocks noGrp="1"/>
          </p:cNvSpPr>
          <p:nvPr>
            <p:ph type="title" idx="7" hasCustomPrompt="1"/>
          </p:nvPr>
        </p:nvSpPr>
        <p:spPr>
          <a:xfrm>
            <a:off x="952400" y="2424733"/>
            <a:ext cx="3195200" cy="8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76" name="Google Shape;376;p26"/>
          <p:cNvSpPr txBox="1">
            <a:spLocks noGrp="1"/>
          </p:cNvSpPr>
          <p:nvPr>
            <p:ph type="title" idx="8" hasCustomPrompt="1"/>
          </p:nvPr>
        </p:nvSpPr>
        <p:spPr>
          <a:xfrm>
            <a:off x="4505223" y="2424733"/>
            <a:ext cx="3182000" cy="8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77" name="Google Shape;377;p26"/>
          <p:cNvSpPr txBox="1">
            <a:spLocks noGrp="1"/>
          </p:cNvSpPr>
          <p:nvPr>
            <p:ph type="title" idx="9" hasCustomPrompt="1"/>
          </p:nvPr>
        </p:nvSpPr>
        <p:spPr>
          <a:xfrm>
            <a:off x="8051237" y="2424733"/>
            <a:ext cx="3182000" cy="8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258080830"/>
      </p:ext>
    </p:extLst>
  </p:cSld>
  <p:clrMapOvr>
    <a:masterClrMapping/>
  </p:clrMapOvr>
  <p:transition spd="med">
    <p:cover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1_Title and two columns">
    <p:bg>
      <p:bgPr>
        <a:solidFill>
          <a:schemeClr val="lt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27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7"/>
          <p:cNvSpPr/>
          <p:nvPr/>
        </p:nvSpPr>
        <p:spPr>
          <a:xfrm>
            <a:off x="732800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381" name="Google Shape;381;p27"/>
          <p:cNvGrpSpPr/>
          <p:nvPr/>
        </p:nvGrpSpPr>
        <p:grpSpPr>
          <a:xfrm rot="10800000" flipH="1">
            <a:off x="-50756" y="-197089"/>
            <a:ext cx="6167323" cy="3559000"/>
            <a:chOff x="-38067" y="2559925"/>
            <a:chExt cx="4625492" cy="2669250"/>
          </a:xfrm>
        </p:grpSpPr>
        <p:sp>
          <p:nvSpPr>
            <p:cNvPr id="382" name="Google Shape;382;p27"/>
            <p:cNvSpPr/>
            <p:nvPr/>
          </p:nvSpPr>
          <p:spPr>
            <a:xfrm>
              <a:off x="273625" y="2559925"/>
              <a:ext cx="2004100" cy="2669250"/>
            </a:xfrm>
            <a:custGeom>
              <a:avLst/>
              <a:gdLst/>
              <a:ahLst/>
              <a:cxnLst/>
              <a:rect l="l" t="t" r="r" b="b"/>
              <a:pathLst>
                <a:path w="80164" h="106770" extrusionOk="0">
                  <a:moveTo>
                    <a:pt x="80164" y="106770"/>
                  </a:moveTo>
                  <a:lnTo>
                    <a:pt x="67732" y="94338"/>
                  </a:lnTo>
                  <a:lnTo>
                    <a:pt x="17272" y="94338"/>
                  </a:lnTo>
                  <a:lnTo>
                    <a:pt x="0" y="84366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cxnSp>
          <p:nvCxnSpPr>
            <p:cNvPr id="383" name="Google Shape;383;p27"/>
            <p:cNvCxnSpPr/>
            <p:nvPr/>
          </p:nvCxnSpPr>
          <p:spPr>
            <a:xfrm>
              <a:off x="-38067" y="3096200"/>
              <a:ext cx="329100" cy="3291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cxnSp>
        <p:sp>
          <p:nvSpPr>
            <p:cNvPr id="384" name="Google Shape;384;p27"/>
            <p:cNvSpPr/>
            <p:nvPr/>
          </p:nvSpPr>
          <p:spPr>
            <a:xfrm>
              <a:off x="1680500" y="4668962"/>
              <a:ext cx="2906925" cy="249425"/>
            </a:xfrm>
            <a:custGeom>
              <a:avLst/>
              <a:gdLst/>
              <a:ahLst/>
              <a:cxnLst/>
              <a:rect l="l" t="t" r="r" b="b"/>
              <a:pathLst>
                <a:path w="116277" h="9977" extrusionOk="0">
                  <a:moveTo>
                    <a:pt x="0" y="9977"/>
                  </a:moveTo>
                  <a:lnTo>
                    <a:pt x="17280" y="0"/>
                  </a:lnTo>
                  <a:lnTo>
                    <a:pt x="116277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grpSp>
        <p:nvGrpSpPr>
          <p:cNvPr id="385" name="Google Shape;385;p27"/>
          <p:cNvGrpSpPr/>
          <p:nvPr/>
        </p:nvGrpSpPr>
        <p:grpSpPr>
          <a:xfrm rot="10800000" flipH="1">
            <a:off x="6132829" y="3707303"/>
            <a:ext cx="5782439" cy="3201431"/>
            <a:chOff x="4599621" y="-23992"/>
            <a:chExt cx="4336829" cy="2401073"/>
          </a:xfrm>
        </p:grpSpPr>
        <p:sp>
          <p:nvSpPr>
            <p:cNvPr id="386" name="Google Shape;386;p27"/>
            <p:cNvSpPr/>
            <p:nvPr/>
          </p:nvSpPr>
          <p:spPr>
            <a:xfrm>
              <a:off x="6854525" y="-5744"/>
              <a:ext cx="2081925" cy="2382825"/>
            </a:xfrm>
            <a:custGeom>
              <a:avLst/>
              <a:gdLst/>
              <a:ahLst/>
              <a:cxnLst/>
              <a:rect l="l" t="t" r="r" b="b"/>
              <a:pathLst>
                <a:path w="83277" h="95313" extrusionOk="0">
                  <a:moveTo>
                    <a:pt x="0" y="0"/>
                  </a:moveTo>
                  <a:lnTo>
                    <a:pt x="18307" y="10570"/>
                  </a:lnTo>
                  <a:lnTo>
                    <a:pt x="59479" y="10570"/>
                  </a:lnTo>
                  <a:lnTo>
                    <a:pt x="83277" y="24310"/>
                  </a:lnTo>
                  <a:lnTo>
                    <a:pt x="83277" y="95313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cxnSp>
          <p:nvCxnSpPr>
            <p:cNvPr id="387" name="Google Shape;387;p27"/>
            <p:cNvCxnSpPr/>
            <p:nvPr/>
          </p:nvCxnSpPr>
          <p:spPr>
            <a:xfrm rot="10800000">
              <a:off x="8707150" y="-23992"/>
              <a:ext cx="0" cy="505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none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cxnSp>
        <p:cxnSp>
          <p:nvCxnSpPr>
            <p:cNvPr id="388" name="Google Shape;388;p27"/>
            <p:cNvCxnSpPr/>
            <p:nvPr/>
          </p:nvCxnSpPr>
          <p:spPr>
            <a:xfrm rot="10800000">
              <a:off x="4599621" y="128350"/>
              <a:ext cx="25047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cxnSp>
      </p:grpSp>
      <p:sp>
        <p:nvSpPr>
          <p:cNvPr id="389" name="Google Shape;389;p27"/>
          <p:cNvSpPr txBox="1">
            <a:spLocks noGrp="1"/>
          </p:cNvSpPr>
          <p:nvPr>
            <p:ph type="title"/>
          </p:nvPr>
        </p:nvSpPr>
        <p:spPr>
          <a:xfrm>
            <a:off x="2287033" y="4130693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0" name="Google Shape;390;p27"/>
          <p:cNvSpPr txBox="1">
            <a:spLocks noGrp="1"/>
          </p:cNvSpPr>
          <p:nvPr>
            <p:ph type="subTitle" idx="1"/>
          </p:nvPr>
        </p:nvSpPr>
        <p:spPr>
          <a:xfrm>
            <a:off x="2280633" y="4630233"/>
            <a:ext cx="2992800" cy="8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1" name="Google Shape;391;p27"/>
          <p:cNvSpPr txBox="1">
            <a:spLocks noGrp="1"/>
          </p:cNvSpPr>
          <p:nvPr>
            <p:ph type="title" idx="2"/>
          </p:nvPr>
        </p:nvSpPr>
        <p:spPr>
          <a:xfrm>
            <a:off x="6925000" y="4130693"/>
            <a:ext cx="2980000" cy="62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Caveat"/>
              <a:buNone/>
              <a:defRPr sz="2400"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2" name="Google Shape;392;p27"/>
          <p:cNvSpPr txBox="1">
            <a:spLocks noGrp="1"/>
          </p:cNvSpPr>
          <p:nvPr>
            <p:ph type="subTitle" idx="3"/>
          </p:nvPr>
        </p:nvSpPr>
        <p:spPr>
          <a:xfrm>
            <a:off x="6918600" y="4630233"/>
            <a:ext cx="2992800" cy="8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3" name="Google Shape;393;p27"/>
          <p:cNvSpPr txBox="1">
            <a:spLocks noGrp="1"/>
          </p:cNvSpPr>
          <p:nvPr>
            <p:ph type="title" idx="4"/>
          </p:nvPr>
        </p:nvSpPr>
        <p:spPr>
          <a:xfrm>
            <a:off x="952400" y="792827"/>
            <a:ext cx="10287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aveat"/>
                <a:ea typeface="Caveat"/>
                <a:cs typeface="Caveat"/>
                <a:sym typeface="Cave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2545086"/>
      </p:ext>
    </p:extLst>
  </p:cSld>
  <p:clrMapOvr>
    <a:masterClrMapping/>
  </p:clrMapOvr>
  <p:transition spd="med">
    <p:cover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lt1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8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8"/>
          <p:cNvSpPr/>
          <p:nvPr/>
        </p:nvSpPr>
        <p:spPr>
          <a:xfrm flipH="1">
            <a:off x="731000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97" name="Google Shape;397;p28"/>
          <p:cNvSpPr txBox="1">
            <a:spLocks noGrp="1"/>
          </p:cNvSpPr>
          <p:nvPr>
            <p:ph type="title"/>
          </p:nvPr>
        </p:nvSpPr>
        <p:spPr>
          <a:xfrm>
            <a:off x="952400" y="792827"/>
            <a:ext cx="102872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grpSp>
        <p:nvGrpSpPr>
          <p:cNvPr id="398" name="Google Shape;398;p28"/>
          <p:cNvGrpSpPr/>
          <p:nvPr/>
        </p:nvGrpSpPr>
        <p:grpSpPr>
          <a:xfrm flipH="1">
            <a:off x="6094200" y="-63699"/>
            <a:ext cx="5365000" cy="478300"/>
            <a:chOff x="548250" y="-47775"/>
            <a:chExt cx="4023750" cy="358725"/>
          </a:xfrm>
        </p:grpSpPr>
        <p:sp>
          <p:nvSpPr>
            <p:cNvPr id="399" name="Google Shape;399;p28"/>
            <p:cNvSpPr/>
            <p:nvPr/>
          </p:nvSpPr>
          <p:spPr>
            <a:xfrm>
              <a:off x="1306275" y="-47775"/>
              <a:ext cx="3265725" cy="354650"/>
            </a:xfrm>
            <a:custGeom>
              <a:avLst/>
              <a:gdLst/>
              <a:ahLst/>
              <a:cxnLst/>
              <a:rect l="l" t="t" r="r" b="b"/>
              <a:pathLst>
                <a:path w="130629" h="14186" extrusionOk="0">
                  <a:moveTo>
                    <a:pt x="130629" y="0"/>
                  </a:moveTo>
                  <a:lnTo>
                    <a:pt x="106058" y="14186"/>
                  </a:lnTo>
                  <a:lnTo>
                    <a:pt x="0" y="14186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dist="1905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400" name="Google Shape;400;p28"/>
            <p:cNvSpPr/>
            <p:nvPr/>
          </p:nvSpPr>
          <p:spPr>
            <a:xfrm>
              <a:off x="548250" y="133750"/>
              <a:ext cx="2175200" cy="177200"/>
            </a:xfrm>
            <a:custGeom>
              <a:avLst/>
              <a:gdLst/>
              <a:ahLst/>
              <a:cxnLst/>
              <a:rect l="l" t="t" r="r" b="b"/>
              <a:pathLst>
                <a:path w="87008" h="7088" extrusionOk="0">
                  <a:moveTo>
                    <a:pt x="87008" y="7088"/>
                  </a:moveTo>
                  <a:lnTo>
                    <a:pt x="74732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dist="1905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401" name="Google Shape;401;p28"/>
          <p:cNvSpPr/>
          <p:nvPr/>
        </p:nvSpPr>
        <p:spPr>
          <a:xfrm flipH="1">
            <a:off x="3738134" y="6495000"/>
            <a:ext cx="3382333" cy="373267"/>
          </a:xfrm>
          <a:custGeom>
            <a:avLst/>
            <a:gdLst/>
            <a:ahLst/>
            <a:cxnLst/>
            <a:rect l="l" t="t" r="r" b="b"/>
            <a:pathLst>
              <a:path w="101470" h="11198" extrusionOk="0">
                <a:moveTo>
                  <a:pt x="0" y="11198"/>
                </a:moveTo>
                <a:lnTo>
                  <a:pt x="19395" y="0"/>
                </a:lnTo>
                <a:lnTo>
                  <a:pt x="101470" y="0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  <a:effectLst>
            <a:outerShdw blurRad="114300" algn="bl" rotWithShape="0">
              <a:srgbClr val="FFFFFF">
                <a:alpha val="8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509856"/>
      </p:ext>
    </p:extLst>
  </p:cSld>
  <p:clrMapOvr>
    <a:masterClrMapping/>
  </p:clrMapOvr>
  <p:transition spd="med">
    <p:cover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chemeClr val="lt1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0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59921"/>
      </p:ext>
    </p:extLst>
  </p:cSld>
  <p:clrMapOvr>
    <a:masterClrMapping/>
  </p:clrMapOvr>
  <p:transition spd="med">
    <p:cover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lt1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1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1"/>
          <p:cNvSpPr/>
          <p:nvPr/>
        </p:nvSpPr>
        <p:spPr>
          <a:xfrm>
            <a:off x="732800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08018864"/>
      </p:ext>
    </p:extLst>
  </p:cSld>
  <p:clrMapOvr>
    <a:masterClrMapping/>
  </p:clrMapOvr>
  <p:transition spd="med">
    <p:cover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2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7" name="Google Shape;427;p32"/>
          <p:cNvGrpSpPr/>
          <p:nvPr/>
        </p:nvGrpSpPr>
        <p:grpSpPr>
          <a:xfrm>
            <a:off x="-819538" y="5100822"/>
            <a:ext cx="2675908" cy="2675908"/>
            <a:chOff x="-342728" y="4052417"/>
            <a:chExt cx="1707300" cy="1707300"/>
          </a:xfrm>
        </p:grpSpPr>
        <p:sp>
          <p:nvSpPr>
            <p:cNvPr id="428" name="Google Shape;428;p32"/>
            <p:cNvSpPr/>
            <p:nvPr/>
          </p:nvSpPr>
          <p:spPr>
            <a:xfrm>
              <a:off x="-342728" y="4052417"/>
              <a:ext cx="1707300" cy="1707300"/>
            </a:xfrm>
            <a:prstGeom prst="donut">
              <a:avLst>
                <a:gd name="adj" fmla="val 3735"/>
              </a:avLst>
            </a:prstGeom>
            <a:solidFill>
              <a:schemeClr val="lt2"/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9" name="Google Shape;429;p32"/>
            <p:cNvSpPr/>
            <p:nvPr/>
          </p:nvSpPr>
          <p:spPr>
            <a:xfrm>
              <a:off x="-191553" y="4203593"/>
              <a:ext cx="1405200" cy="14052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0" name="Google Shape;430;p32"/>
            <p:cNvSpPr/>
            <p:nvPr/>
          </p:nvSpPr>
          <p:spPr>
            <a:xfrm rot="5400000">
              <a:off x="-124863" y="4270477"/>
              <a:ext cx="1271700" cy="1271400"/>
            </a:xfrm>
            <a:prstGeom prst="blockArc">
              <a:avLst>
                <a:gd name="adj1" fmla="val 10800000"/>
                <a:gd name="adj2" fmla="val 15147279"/>
                <a:gd name="adj3" fmla="val 7633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1" name="Google Shape;431;p32"/>
            <p:cNvSpPr/>
            <p:nvPr/>
          </p:nvSpPr>
          <p:spPr>
            <a:xfrm rot="10800000">
              <a:off x="-124851" y="4270327"/>
              <a:ext cx="1271700" cy="1271400"/>
            </a:xfrm>
            <a:prstGeom prst="blockArc">
              <a:avLst>
                <a:gd name="adj1" fmla="val 10800000"/>
                <a:gd name="adj2" fmla="val 13450267"/>
                <a:gd name="adj3" fmla="val 8192"/>
              </a:avLst>
            </a:prstGeom>
            <a:solidFill>
              <a:srgbClr val="9900FF">
                <a:alpha val="53750"/>
              </a:srgbClr>
            </a:solidFill>
            <a:ln>
              <a:noFill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432" name="Google Shape;432;p32"/>
          <p:cNvSpPr/>
          <p:nvPr/>
        </p:nvSpPr>
        <p:spPr>
          <a:xfrm>
            <a:off x="732800" y="732800"/>
            <a:ext cx="10726400" cy="5406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433" name="Google Shape;433;p32"/>
          <p:cNvGrpSpPr/>
          <p:nvPr/>
        </p:nvGrpSpPr>
        <p:grpSpPr>
          <a:xfrm>
            <a:off x="-54333" y="197134"/>
            <a:ext cx="6135084" cy="571167"/>
            <a:chOff x="-40750" y="147850"/>
            <a:chExt cx="4601313" cy="428375"/>
          </a:xfrm>
        </p:grpSpPr>
        <p:sp>
          <p:nvSpPr>
            <p:cNvPr id="434" name="Google Shape;434;p32"/>
            <p:cNvSpPr/>
            <p:nvPr/>
          </p:nvSpPr>
          <p:spPr>
            <a:xfrm>
              <a:off x="-40750" y="147850"/>
              <a:ext cx="2834175" cy="428375"/>
            </a:xfrm>
            <a:custGeom>
              <a:avLst/>
              <a:gdLst/>
              <a:ahLst/>
              <a:cxnLst/>
              <a:rect l="l" t="t" r="r" b="b"/>
              <a:pathLst>
                <a:path w="113367" h="17135" extrusionOk="0">
                  <a:moveTo>
                    <a:pt x="0" y="17135"/>
                  </a:moveTo>
                  <a:lnTo>
                    <a:pt x="29679" y="0"/>
                  </a:lnTo>
                  <a:lnTo>
                    <a:pt x="78377" y="0"/>
                  </a:lnTo>
                  <a:lnTo>
                    <a:pt x="91574" y="7619"/>
                  </a:lnTo>
                  <a:lnTo>
                    <a:pt x="113367" y="7619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cxnSp>
          <p:nvCxnSpPr>
            <p:cNvPr id="435" name="Google Shape;435;p32"/>
            <p:cNvCxnSpPr/>
            <p:nvPr/>
          </p:nvCxnSpPr>
          <p:spPr>
            <a:xfrm>
              <a:off x="2029463" y="214675"/>
              <a:ext cx="2531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cxnSp>
      </p:grpSp>
      <p:grpSp>
        <p:nvGrpSpPr>
          <p:cNvPr id="436" name="Google Shape;436;p32"/>
          <p:cNvGrpSpPr/>
          <p:nvPr/>
        </p:nvGrpSpPr>
        <p:grpSpPr>
          <a:xfrm>
            <a:off x="11658333" y="2873001"/>
            <a:ext cx="350000" cy="4076833"/>
            <a:chOff x="8743750" y="2154750"/>
            <a:chExt cx="262500" cy="3057625"/>
          </a:xfrm>
        </p:grpSpPr>
        <p:sp>
          <p:nvSpPr>
            <p:cNvPr id="437" name="Google Shape;437;p32"/>
            <p:cNvSpPr/>
            <p:nvPr/>
          </p:nvSpPr>
          <p:spPr>
            <a:xfrm>
              <a:off x="8772875" y="2154750"/>
              <a:ext cx="233375" cy="3057625"/>
            </a:xfrm>
            <a:custGeom>
              <a:avLst/>
              <a:gdLst/>
              <a:ahLst/>
              <a:cxnLst/>
              <a:rect l="l" t="t" r="r" b="b"/>
              <a:pathLst>
                <a:path w="9335" h="122305" extrusionOk="0">
                  <a:moveTo>
                    <a:pt x="383" y="122305"/>
                  </a:moveTo>
                  <a:lnTo>
                    <a:pt x="383" y="86148"/>
                  </a:lnTo>
                  <a:lnTo>
                    <a:pt x="9335" y="70643"/>
                  </a:lnTo>
                  <a:lnTo>
                    <a:pt x="9335" y="1616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sp>
          <p:nvSpPr>
            <p:cNvPr id="438" name="Google Shape;438;p32"/>
            <p:cNvSpPr/>
            <p:nvPr/>
          </p:nvSpPr>
          <p:spPr>
            <a:xfrm>
              <a:off x="8743750" y="2558975"/>
              <a:ext cx="260325" cy="1020525"/>
            </a:xfrm>
            <a:custGeom>
              <a:avLst/>
              <a:gdLst/>
              <a:ahLst/>
              <a:cxnLst/>
              <a:rect l="l" t="t" r="r" b="b"/>
              <a:pathLst>
                <a:path w="10413" h="40821" extrusionOk="0">
                  <a:moveTo>
                    <a:pt x="10413" y="40821"/>
                  </a:moveTo>
                  <a:lnTo>
                    <a:pt x="0" y="22785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</p:spTree>
    <p:extLst>
      <p:ext uri="{BB962C8B-B14F-4D97-AF65-F5344CB8AC3E}">
        <p14:creationId xmlns:p14="http://schemas.microsoft.com/office/powerpoint/2010/main" val="3134582901"/>
      </p:ext>
    </p:extLst>
  </p:cSld>
  <p:clrMapOvr>
    <a:masterClrMapping/>
  </p:clrMapOvr>
  <p:transition spd="med">
    <p:cover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bg>
      <p:bgPr>
        <a:solidFill>
          <a:schemeClr val="lt1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33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192005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3"/>
          <p:cNvSpPr/>
          <p:nvPr/>
        </p:nvSpPr>
        <p:spPr>
          <a:xfrm>
            <a:off x="1549423" y="732800"/>
            <a:ext cx="9093200" cy="5392400"/>
          </a:xfrm>
          <a:prstGeom prst="rect">
            <a:avLst/>
          </a:prstGeom>
          <a:solidFill>
            <a:srgbClr val="9900FF">
              <a:alpha val="28130"/>
            </a:srgbClr>
          </a:solidFill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442" name="Google Shape;442;p33"/>
          <p:cNvGrpSpPr/>
          <p:nvPr/>
        </p:nvGrpSpPr>
        <p:grpSpPr>
          <a:xfrm>
            <a:off x="10832500" y="750870"/>
            <a:ext cx="1043667" cy="6111607"/>
            <a:chOff x="8124375" y="563152"/>
            <a:chExt cx="782750" cy="4583705"/>
          </a:xfrm>
        </p:grpSpPr>
        <p:sp>
          <p:nvSpPr>
            <p:cNvPr id="443" name="Google Shape;443;p33"/>
            <p:cNvSpPr/>
            <p:nvPr/>
          </p:nvSpPr>
          <p:spPr>
            <a:xfrm>
              <a:off x="8124375" y="1362075"/>
              <a:ext cx="782750" cy="3778900"/>
            </a:xfrm>
            <a:custGeom>
              <a:avLst/>
              <a:gdLst/>
              <a:ahLst/>
              <a:cxnLst/>
              <a:rect l="l" t="t" r="r" b="b"/>
              <a:pathLst>
                <a:path w="31310" h="151156" extrusionOk="0">
                  <a:moveTo>
                    <a:pt x="0" y="151156"/>
                  </a:moveTo>
                  <a:lnTo>
                    <a:pt x="0" y="124097"/>
                  </a:lnTo>
                  <a:lnTo>
                    <a:pt x="31310" y="69866"/>
                  </a:lnTo>
                  <a:lnTo>
                    <a:pt x="3131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  <p:cxnSp>
          <p:nvCxnSpPr>
            <p:cNvPr id="444" name="Google Shape;444;p33"/>
            <p:cNvCxnSpPr/>
            <p:nvPr/>
          </p:nvCxnSpPr>
          <p:spPr>
            <a:xfrm>
              <a:off x="8555075" y="3700557"/>
              <a:ext cx="0" cy="1446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none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cxnSp>
        <p:sp>
          <p:nvSpPr>
            <p:cNvPr id="445" name="Google Shape;445;p33"/>
            <p:cNvSpPr/>
            <p:nvPr/>
          </p:nvSpPr>
          <p:spPr>
            <a:xfrm>
              <a:off x="8546813" y="563152"/>
              <a:ext cx="194875" cy="2857500"/>
            </a:xfrm>
            <a:custGeom>
              <a:avLst/>
              <a:gdLst/>
              <a:ahLst/>
              <a:cxnLst/>
              <a:rect l="l" t="t" r="r" b="b"/>
              <a:pathLst>
                <a:path w="7795" h="114300" extrusionOk="0">
                  <a:moveTo>
                    <a:pt x="7795" y="114300"/>
                  </a:moveTo>
                  <a:lnTo>
                    <a:pt x="0" y="100799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blurRad="114300" algn="bl" rotWithShape="0">
                <a:srgbClr val="FFFFFF">
                  <a:alpha val="80000"/>
                </a:srgbClr>
              </a:outerShdw>
            </a:effectLst>
          </p:spPr>
        </p:sp>
      </p:grpSp>
      <p:sp>
        <p:nvSpPr>
          <p:cNvPr id="446" name="Google Shape;446;p33"/>
          <p:cNvSpPr/>
          <p:nvPr/>
        </p:nvSpPr>
        <p:spPr>
          <a:xfrm>
            <a:off x="-7700" y="3429500"/>
            <a:ext cx="551767" cy="2674800"/>
          </a:xfrm>
          <a:custGeom>
            <a:avLst/>
            <a:gdLst/>
            <a:ahLst/>
            <a:cxnLst/>
            <a:rect l="l" t="t" r="r" b="b"/>
            <a:pathLst>
              <a:path w="16553" h="80244" extrusionOk="0">
                <a:moveTo>
                  <a:pt x="0" y="0"/>
                </a:moveTo>
                <a:lnTo>
                  <a:pt x="16553" y="28671"/>
                </a:lnTo>
                <a:lnTo>
                  <a:pt x="16553" y="80244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  <a:effectLst>
            <a:outerShdw blurRad="114300" algn="bl" rotWithShape="0">
              <a:srgbClr val="FFFFFF">
                <a:alpha val="8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574566806"/>
      </p:ext>
    </p:extLst>
  </p:cSld>
  <p:clrMapOvr>
    <a:masterClrMapping/>
  </p:clrMapOvr>
  <p:transition spd="med">
    <p:cover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9955598"/>
      </p:ext>
    </p:extLst>
  </p:cSld>
  <p:clrMapOvr>
    <a:masterClrMapping/>
  </p:clrMapOvr>
  <p:transition spd="med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800" y="1583600"/>
            <a:ext cx="102904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21304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ransition spd="med">
    <p:cover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3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651" name="Google Shape;2651;p3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89248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transition spd="med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3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651" name="Google Shape;2651;p3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78635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 spd="med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2400" y="732800"/>
            <a:ext cx="10287200" cy="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2400" y="1536633"/>
            <a:ext cx="10287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20239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4" r:id="rId3"/>
    <p:sldLayoutId id="2147483705" r:id="rId4"/>
    <p:sldLayoutId id="2147483706" r:id="rId5"/>
    <p:sldLayoutId id="2147483709" r:id="rId6"/>
    <p:sldLayoutId id="2147483710" r:id="rId7"/>
    <p:sldLayoutId id="2147483711" r:id="rId8"/>
    <p:sldLayoutId id="2147483713" r:id="rId9"/>
    <p:sldLayoutId id="2147483714" r:id="rId10"/>
    <p:sldLayoutId id="2147483717" r:id="rId11"/>
    <p:sldLayoutId id="2147483719" r:id="rId12"/>
    <p:sldLayoutId id="2147483720" r:id="rId13"/>
    <p:sldLayoutId id="2147483721" r:id="rId14"/>
    <p:sldLayoutId id="2147483722" r:id="rId15"/>
    <p:sldLayoutId id="2147483724" r:id="rId16"/>
    <p:sldLayoutId id="2147483725" r:id="rId17"/>
    <p:sldLayoutId id="2147483726" r:id="rId18"/>
    <p:sldLayoutId id="2147483727" r:id="rId19"/>
  </p:sldLayoutIdLst>
  <p:transition spd="med">
    <p:cover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>
          <p15:clr>
            <a:srgbClr val="E46962"/>
          </p15:clr>
        </p15:guide>
        <p15:guide id="2" orient="horz" pos="2878">
          <p15:clr>
            <a:srgbClr val="E46962"/>
          </p15:clr>
        </p15:guide>
        <p15:guide id="3" pos="432">
          <p15:clr>
            <a:srgbClr val="E46962"/>
          </p15:clr>
        </p15:guide>
        <p15:guide id="4" pos="5310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49" name="Google Shape;449;p3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90452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9" r:id="rId1"/>
  </p:sldLayoutIdLst>
  <p:transition spd="med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IT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4620"/>
      </a:lt2>
      <a:accent1>
        <a:srgbClr val="2FD742"/>
      </a:accent1>
      <a:accent2>
        <a:srgbClr val="D1FF8F"/>
      </a:accent2>
      <a:accent3>
        <a:srgbClr val="FFF795"/>
      </a:accent3>
      <a:accent4>
        <a:srgbClr val="1D7531"/>
      </a:accent4>
      <a:accent5>
        <a:srgbClr val="FFFFFF"/>
      </a:accent5>
      <a:accent6>
        <a:srgbClr val="FFFFFF"/>
      </a:accent6>
      <a:hlink>
        <a:srgbClr val="D1FF8F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" id="{8A53C30A-6CDB-4920-8256-73C6BE6E7C49}" vid="{535409C1-ADEF-41EF-AA88-4AC25E8F91FE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New Methods to Study Malware Behavior by Slidesgo">
  <a:themeElements>
    <a:clrScheme name="Simple Light">
      <a:dk1>
        <a:srgbClr val="F3F3F3"/>
      </a:dk1>
      <a:lt1>
        <a:srgbClr val="190E3D"/>
      </a:lt1>
      <a:dk2>
        <a:srgbClr val="9900FF"/>
      </a:dk2>
      <a:lt2>
        <a:srgbClr val="00FFFF"/>
      </a:lt2>
      <a:accent1>
        <a:srgbClr val="CCCCC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FFFF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IT</Template>
  <TotalTime>713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0</vt:i4>
      </vt:variant>
    </vt:vector>
  </HeadingPairs>
  <TitlesOfParts>
    <vt:vector size="15" baseType="lpstr">
      <vt:lpstr>Anaheim</vt:lpstr>
      <vt:lpstr>Arial</vt:lpstr>
      <vt:lpstr>Barlow</vt:lpstr>
      <vt:lpstr>Caveat</vt:lpstr>
      <vt:lpstr>Exo</vt:lpstr>
      <vt:lpstr>Proxima Nova</vt:lpstr>
      <vt:lpstr>Proxima Nova Semibold</vt:lpstr>
      <vt:lpstr>PT Sans</vt:lpstr>
      <vt:lpstr>Roboto Condensed</vt:lpstr>
      <vt:lpstr>Space Grotesk</vt:lpstr>
      <vt:lpstr>IT</vt:lpstr>
      <vt:lpstr>Slidesgo Final Pages</vt:lpstr>
      <vt:lpstr>1_Slidesgo Final Pages</vt:lpstr>
      <vt:lpstr>New Methods to Study Malware Behavior by Slidesgo</vt:lpstr>
      <vt:lpstr>2_Slidesgo Final Pages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Моргун Едуард</dc:creator>
  <cp:lastModifiedBy>Моргун Едуард</cp:lastModifiedBy>
  <cp:revision>7</cp:revision>
  <dcterms:created xsi:type="dcterms:W3CDTF">2023-09-30T13:03:20Z</dcterms:created>
  <dcterms:modified xsi:type="dcterms:W3CDTF">2023-10-23T16:56:18Z</dcterms:modified>
</cp:coreProperties>
</file>